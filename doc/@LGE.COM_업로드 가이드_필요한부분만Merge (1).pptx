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102" r:id="rId2"/>
    <p:sldId id="3245" r:id="rId3"/>
    <p:sldId id="3254" r:id="rId4"/>
    <p:sldId id="3256" r:id="rId5"/>
    <p:sldId id="3257" r:id="rId6"/>
    <p:sldId id="3258" r:id="rId7"/>
    <p:sldId id="3127" r:id="rId8"/>
    <p:sldId id="3259" r:id="rId9"/>
    <p:sldId id="3260" r:id="rId10"/>
    <p:sldId id="3261" r:id="rId11"/>
    <p:sldId id="3105" r:id="rId12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52CF895-7145-E247-BA54-33EF77F0CCFF}">
          <p14:sldIdLst>
            <p14:sldId id="3102"/>
          </p14:sldIdLst>
        </p14:section>
        <p14:section name="1-0.어셋업로드" id="{002EC8D6-613C-46AA-9130-F5A29B90CD3D}">
          <p14:sldIdLst>
            <p14:sldId id="3245"/>
            <p14:sldId id="3254"/>
            <p14:sldId id="3256"/>
            <p14:sldId id="3257"/>
            <p14:sldId id="3258"/>
          </p14:sldIdLst>
        </p14:section>
        <p14:section name="1-1.신규페이지 생성" id="{F0D170F0-E1F3-4B31-91C4-8F5607D83873}">
          <p14:sldIdLst>
            <p14:sldId id="3127"/>
            <p14:sldId id="3259"/>
            <p14:sldId id="3260"/>
            <p14:sldId id="3261"/>
          </p14:sldIdLst>
        </p14:section>
        <p14:section name="EOD" id="{0A3F52D9-9356-7E4D-87FA-C095CBE54D83}">
          <p14:sldIdLst>
            <p14:sldId id="31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66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pos="74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F2A"/>
    <a:srgbClr val="282A2D"/>
    <a:srgbClr val="292B3B"/>
    <a:srgbClr val="00FF00"/>
    <a:srgbClr val="28292C"/>
    <a:srgbClr val="FFCCCC"/>
    <a:srgbClr val="FFFAEB"/>
    <a:srgbClr val="C6EFCE"/>
    <a:srgbClr val="0D233B"/>
    <a:srgbClr val="B9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0" autoAdjust="0"/>
    <p:restoredTop sz="95148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552" y="96"/>
      </p:cViewPr>
      <p:guideLst>
        <p:guide orient="horz" pos="2160"/>
        <p:guide pos="166"/>
        <p:guide pos="325"/>
        <p:guide pos="744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40CBD-78D0-4649-963F-54DBC3B9B55D}" type="datetimeFigureOut">
              <a:rPr kumimoji="1" lang="x-none" altLang="en-US" smtClean="0"/>
              <a:t>1/19/2024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B925A-D77C-C047-8C2A-55152D0A0609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1702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spcFirstLastPara="1" wrap="square" lIns="91105" tIns="45540" rIns="91105" bIns="4554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5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2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21959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3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81389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4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1276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5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8492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6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7399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7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13701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055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420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764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11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92262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0" userDrawn="1">
  <p:cSld name="1_Mobile Definition t0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ECM\TEMP\부서함\Brand담당\20년 연간업무계획\디지털 그래픽 모티브 개발★\★1st Manual Official Release\Graphic Asset_v1.0\1. Main motif - Solid color\png\Main_motif-LG_red_solid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0" y="0"/>
            <a:ext cx="1090985" cy="32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ECM\TEMP\부서함\Brand담당\20년 연간업무계획\디지털 그래픽 모티브 개발★\★1st Manual Official Release\Graphic Asset_v1.0\1. Main motif - Solid color\png\Main_motif-LG_red_solid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10030670" y="4721400"/>
            <a:ext cx="2161330" cy="21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/>
          <p:cNvSpPr/>
          <p:nvPr userDrawn="1"/>
        </p:nvSpPr>
        <p:spPr>
          <a:xfrm>
            <a:off x="0" y="0"/>
            <a:ext cx="223520" cy="3204000"/>
          </a:xfrm>
          <a:prstGeom prst="rect">
            <a:avLst/>
          </a:prstGeom>
          <a:solidFill>
            <a:srgbClr val="282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 rot="16200000">
            <a:off x="413820" y="2551020"/>
            <a:ext cx="239160" cy="1066800"/>
          </a:xfrm>
          <a:prstGeom prst="rect">
            <a:avLst/>
          </a:prstGeom>
          <a:solidFill>
            <a:srgbClr val="282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099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  <p15:guide id="3" pos="7423">
          <p15:clr>
            <a:srgbClr val="FBAE40"/>
          </p15:clr>
        </p15:guide>
        <p15:guide id="4" orient="horz" pos="4042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59">
          <p15:clr>
            <a:srgbClr val="FBAE40"/>
          </p15:clr>
        </p15:guide>
        <p15:guide id="7" pos="438">
          <p15:clr>
            <a:srgbClr val="FBAE40"/>
          </p15:clr>
        </p15:guide>
        <p15:guide id="8" pos="7242">
          <p15:clr>
            <a:srgbClr val="FBAE40"/>
          </p15:clr>
        </p15:guide>
        <p15:guide id="9" pos="50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0" userDrawn="1">
  <p:cSld name="Mobile Definition t0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6"/>
          <p:cNvSpPr txBox="1"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54" name="Google Shape;54;p66"/>
          <p:cNvSpPr txBox="1"/>
          <p:nvPr/>
        </p:nvSpPr>
        <p:spPr>
          <a:xfrm>
            <a:off x="9275762" y="6586538"/>
            <a:ext cx="27432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1">
                <a:solidFill>
                  <a:srgbClr val="7F7F7F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‹#›</a:t>
            </a:fld>
            <a:endParaRPr sz="1000" b="1" dirty="0">
              <a:solidFill>
                <a:srgbClr val="7F7F7F"/>
              </a:solidFill>
              <a:latin typeface="LG Smart_H SemiBold" panose="020B0600000101010101" pitchFamily="50" charset="-127"/>
              <a:ea typeface="LG Smart_H SemiBold" panose="020B0600000101010101" pitchFamily="50" charset="-127"/>
              <a:cs typeface="Arial"/>
              <a:sym typeface="Arial"/>
            </a:endParaRPr>
          </a:p>
        </p:txBody>
      </p:sp>
      <p:cxnSp>
        <p:nvCxnSpPr>
          <p:cNvPr id="57" name="Google Shape;57;p66"/>
          <p:cNvCxnSpPr/>
          <p:nvPr/>
        </p:nvCxnSpPr>
        <p:spPr>
          <a:xfrm>
            <a:off x="397933" y="520307"/>
            <a:ext cx="1138608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 Box 2"/>
          <p:cNvSpPr txBox="1">
            <a:spLocks noChangeArrowheads="1"/>
          </p:cNvSpPr>
          <p:nvPr userDrawn="1"/>
        </p:nvSpPr>
        <p:spPr bwMode="gray">
          <a:xfrm>
            <a:off x="10779055" y="25058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FF0000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FF0000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FF0000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FF0000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8345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  <p15:guide id="3" pos="7423">
          <p15:clr>
            <a:srgbClr val="FBAE40"/>
          </p15:clr>
        </p15:guide>
        <p15:guide id="4" orient="horz" pos="4042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59">
          <p15:clr>
            <a:srgbClr val="FBAE40"/>
          </p15:clr>
        </p15:guide>
        <p15:guide id="7" pos="438">
          <p15:clr>
            <a:srgbClr val="FBAE40"/>
          </p15:clr>
        </p15:guide>
        <p15:guide id="8" pos="7242">
          <p15:clr>
            <a:srgbClr val="FBAE40"/>
          </p15:clr>
        </p15:guide>
        <p15:guide id="9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bile Definition t0" preserve="1" userDrawn="1">
  <p:cSld name="1_Mobile Definition t0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2879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  <p15:guide id="3" pos="7423">
          <p15:clr>
            <a:srgbClr val="FBAE40"/>
          </p15:clr>
        </p15:guide>
        <p15:guide id="4" orient="horz" pos="4042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459">
          <p15:clr>
            <a:srgbClr val="FBAE40"/>
          </p15:clr>
        </p15:guide>
        <p15:guide id="7" pos="438">
          <p15:clr>
            <a:srgbClr val="FBAE40"/>
          </p15:clr>
        </p15:guide>
        <p15:guide id="8" pos="7242">
          <p15:clr>
            <a:srgbClr val="FBAE40"/>
          </p15:clr>
        </p15:guide>
        <p15:guide id="9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6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538596"/>
            <a:ext cx="12192000" cy="144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6461800"/>
            <a:ext cx="12192000" cy="108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6475812"/>
            <a:ext cx="12192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74" y="6610747"/>
            <a:ext cx="405838" cy="10361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1094635" y="6526940"/>
            <a:ext cx="4443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page</a:t>
            </a:r>
            <a:endParaRPr lang="ko-KR" altLang="en-US" sz="900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7678814" y="6526861"/>
            <a:ext cx="4396154" cy="250825"/>
          </a:xfrm>
          <a:prstGeom prst="rect">
            <a:avLst/>
          </a:prstGeom>
        </p:spPr>
        <p:txBody>
          <a:bodyPr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</a:t>
            </a:r>
            <a:fld id="{93741137-C8C8-411D-8930-CFD24FDB5682}" type="slidenum">
              <a:rPr kumimoji="0"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75218" y="103584"/>
            <a:ext cx="11799749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67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77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28891" y="2131396"/>
            <a:ext cx="9801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altLang="ko-KR" sz="4000" b="1" dirty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Experience Studio</a:t>
            </a:r>
            <a:r>
              <a:rPr lang="ko-KR" altLang="en-US" sz="4000" b="1" dirty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 사용 가이드</a:t>
            </a:r>
            <a:endParaRPr lang="en-US" altLang="ko-KR" sz="4000" b="1" dirty="0">
              <a:solidFill>
                <a:schemeClr val="dk1"/>
              </a:solidFill>
              <a:latin typeface="LG Smart_H SemiBold" panose="020B0600000101010101" pitchFamily="34" charset="-127"/>
              <a:ea typeface="LG Smart_H SemiBold" panose="020B0600000101010101" pitchFamily="34" charset="-127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100"/>
            </a:pPr>
            <a:r>
              <a:rPr lang="ko-KR" altLang="en-US" sz="4000" b="1" dirty="0">
                <a:solidFill>
                  <a:schemeClr val="dk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스토리</a:t>
            </a:r>
            <a:r>
              <a:rPr lang="en-US" altLang="ko-KR" sz="4000" b="1" dirty="0">
                <a:solidFill>
                  <a:schemeClr val="dk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 </a:t>
            </a:r>
            <a:r>
              <a:rPr lang="ko-KR" altLang="en-US" sz="4000" b="1" dirty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콘텐츠 </a:t>
            </a:r>
            <a:r>
              <a:rPr lang="en-US" altLang="ko-KR" sz="4000" b="1" dirty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– </a:t>
            </a:r>
            <a:r>
              <a:rPr lang="ko-KR" altLang="en-US" sz="4000" b="1" dirty="0" err="1" smtClean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인스타</a:t>
            </a:r>
            <a:r>
              <a:rPr lang="ko-KR" altLang="en-US" sz="4000" b="1" dirty="0" smtClean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 가전 리뷰 </a:t>
            </a:r>
            <a:r>
              <a:rPr lang="ko-KR" altLang="en-US" sz="4000" b="1" dirty="0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rPr>
              <a:t>업로드</a:t>
            </a:r>
            <a:endParaRPr lang="ko-KR" altLang="en-US" sz="4000" b="1" dirty="0">
              <a:solidFill>
                <a:schemeClr val="dk1"/>
              </a:solidFill>
              <a:latin typeface="LG Smart_H SemiBold" panose="020B0600000101010101" pitchFamily="50" charset="-127"/>
              <a:ea typeface="LG Smart_H Semi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gray">
          <a:xfrm>
            <a:off x="10779055" y="25058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FF0000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FF0000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FF0000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FF0000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3" y="5322985"/>
            <a:ext cx="720000" cy="7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2763" y="5781375"/>
            <a:ext cx="5537200" cy="261610"/>
          </a:xfrm>
          <a:prstGeom prst="rect">
            <a:avLst/>
          </a:prstGeom>
          <a:noFill/>
        </p:spPr>
        <p:txBody>
          <a:bodyPr wrap="square" lIns="144000" rtlCol="0">
            <a:spAutoFit/>
          </a:bodyPr>
          <a:lstStyle>
            <a:defPPr>
              <a:defRPr lang="x-none"/>
            </a:defPPr>
            <a:lvl1pPr>
              <a:buClr>
                <a:schemeClr val="dk1"/>
              </a:buClr>
              <a:buSzPts val="1100"/>
              <a:defRPr sz="1600">
                <a:solidFill>
                  <a:schemeClr val="dk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Arial"/>
              </a:defRPr>
            </a:lvl1pPr>
          </a:lstStyle>
          <a:p>
            <a:r>
              <a:rPr lang="en-US" altLang="ko-KR" sz="1100" dirty="0">
                <a:sym typeface="Arial"/>
              </a:rPr>
              <a:t>Ver. 0</a:t>
            </a:r>
            <a:r>
              <a:rPr lang="en-US" altLang="ko-KR" sz="1100" dirty="0" smtClean="0">
                <a:sym typeface="Arial"/>
              </a:rPr>
              <a:t>.5  </a:t>
            </a:r>
            <a:r>
              <a:rPr lang="en-US" altLang="ko-KR" sz="1100" dirty="0">
                <a:sym typeface="Arial"/>
              </a:rPr>
              <a:t>|  Last Updated : </a:t>
            </a:r>
            <a:r>
              <a:rPr lang="en-US" altLang="ko-KR" sz="1100" dirty="0" smtClean="0">
                <a:latin typeface="LG Smart_H SemiBold" panose="020B0600000101010101" pitchFamily="50" charset="-127"/>
                <a:ea typeface="LG Smart_H SemiBold" panose="020B0600000101010101" pitchFamily="50" charset="-127"/>
                <a:sym typeface="Arial"/>
              </a:rPr>
              <a:t>2023/08/04</a:t>
            </a:r>
            <a:endParaRPr lang="en-US" altLang="ko-KR" sz="1100" dirty="0">
              <a:latin typeface="LG Smart_H SemiBold" panose="020B0600000101010101" pitchFamily="50" charset="-127"/>
              <a:ea typeface="LG Smart_H SemiBold" panose="020B0600000101010101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879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0" y="2341578"/>
            <a:ext cx="8306236" cy="1307356"/>
            <a:chOff x="0" y="2081292"/>
            <a:chExt cx="8306236" cy="1307356"/>
          </a:xfrm>
        </p:grpSpPr>
        <p:sp>
          <p:nvSpPr>
            <p:cNvPr id="6" name="TextBox 5"/>
            <p:cNvSpPr txBox="1"/>
            <p:nvPr/>
          </p:nvSpPr>
          <p:spPr>
            <a:xfrm>
              <a:off x="0" y="2742317"/>
              <a:ext cx="8306236" cy="646331"/>
            </a:xfrm>
            <a:prstGeom prst="rect">
              <a:avLst/>
            </a:prstGeom>
            <a:noFill/>
          </p:spPr>
          <p:txBody>
            <a:bodyPr wrap="square" lIns="684000" rtlCol="0" anchor="t">
              <a:sp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US" altLang="ko-KR" sz="3600" b="1" dirty="0" smtClean="0">
                  <a:solidFill>
                    <a:schemeClr val="bg1"/>
                  </a:solidFill>
                  <a:latin typeface="LG Smart_H SemiBold" panose="020B0600000101010101" pitchFamily="50" charset="-127"/>
                  <a:ea typeface="LG Smart_H SemiBold" panose="020B0600000101010101" pitchFamily="50" charset="-127"/>
                  <a:cs typeface="Arial"/>
                  <a:sym typeface="Arial"/>
                </a:rPr>
                <a:t>1-0. </a:t>
              </a:r>
              <a:r>
                <a:rPr lang="ko-KR" altLang="en-US" sz="3600" b="1" dirty="0" err="1" smtClean="0">
                  <a:solidFill>
                    <a:schemeClr val="bg1"/>
                  </a:solidFill>
                  <a:latin typeface="LG Smart_H SemiBold" panose="020B0600000101010101" pitchFamily="50" charset="-127"/>
                  <a:ea typeface="LG Smart_H SemiBold" panose="020B0600000101010101" pitchFamily="50" charset="-127"/>
                  <a:cs typeface="Arial"/>
                  <a:sym typeface="Arial"/>
                </a:rPr>
                <a:t>어셋</a:t>
              </a:r>
              <a:r>
                <a:rPr lang="ko-KR" altLang="en-US" sz="3600" b="1" dirty="0" smtClean="0">
                  <a:solidFill>
                    <a:schemeClr val="bg1"/>
                  </a:solidFill>
                  <a:latin typeface="LG Smart_H SemiBold" panose="020B0600000101010101" pitchFamily="50" charset="-127"/>
                  <a:ea typeface="LG Smart_H SemiBold" panose="020B0600000101010101" pitchFamily="50" charset="-127"/>
                  <a:cs typeface="Arial"/>
                  <a:sym typeface="Arial"/>
                </a:rPr>
                <a:t> 업로드</a:t>
              </a:r>
              <a:endParaRPr lang="ko-KR" altLang="en-US" sz="3600" b="1" dirty="0">
                <a:solidFill>
                  <a:schemeClr val="bg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457200" y="2081292"/>
              <a:ext cx="2103120" cy="428324"/>
            </a:xfrm>
            <a:prstGeom prst="roundRect">
              <a:avLst>
                <a:gd name="adj" fmla="val 9435"/>
              </a:avLst>
            </a:prstGeom>
            <a:solidFill>
              <a:schemeClr val="tx1">
                <a:lumMod val="85000"/>
                <a:lumOff val="15000"/>
              </a:schemeClr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ctr"/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WCMS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0" y="4957834"/>
            <a:ext cx="8306236" cy="646331"/>
          </a:xfrm>
          <a:prstGeom prst="rect">
            <a:avLst/>
          </a:prstGeom>
          <a:noFill/>
        </p:spPr>
        <p:txBody>
          <a:bodyPr wrap="square" lIns="684000" rtlCol="0" anchor="t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ko-KR" altLang="en-US" sz="3600" b="1" dirty="0" err="1" smtClean="0">
                <a:solidFill>
                  <a:schemeClr val="bg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운영배포시</a:t>
            </a:r>
            <a:endParaRPr lang="ko-KR" altLang="en-US" sz="3600" b="1" dirty="0">
              <a:solidFill>
                <a:schemeClr val="bg1"/>
              </a:solidFill>
              <a:latin typeface="LG Smart_H SemiBold" panose="020B0600000101010101" pitchFamily="50" charset="-127"/>
              <a:ea typeface="LG Smart_H SemiBold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433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781932" y="739140"/>
            <a:ext cx="8012135" cy="5623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48" y="1819720"/>
            <a:ext cx="7329805" cy="3415459"/>
          </a:xfrm>
          <a:prstGeom prst="rect">
            <a:avLst/>
          </a:prstGeom>
        </p:spPr>
      </p:pic>
      <p:sp>
        <p:nvSpPr>
          <p:cNvPr id="31" name="제목 1">
            <a:extLst>
              <a:ext uri="{FF2B5EF4-FFF2-40B4-BE49-F238E27FC236}">
                <a16:creationId xmlns:a16="http://schemas.microsoft.com/office/drawing/2014/main" id="{7C14425C-4A6E-4E9A-ACA8-36191F9BD4CE}"/>
              </a:ext>
            </a:extLst>
          </p:cNvPr>
          <p:cNvSpPr txBox="1">
            <a:spLocks/>
          </p:cNvSpPr>
          <p:nvPr/>
        </p:nvSpPr>
        <p:spPr>
          <a:xfrm>
            <a:off x="397932" y="2503232"/>
            <a:ext cx="3199654" cy="154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kern="1200" cap="none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로그인 후</a:t>
            </a:r>
            <a: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컨텐츠 클릭</a:t>
            </a: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ko-KR" altLang="en-US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좌측에서 </a:t>
            </a:r>
            <a:r>
              <a:rPr lang="en-US" altLang="ko-KR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kr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메뉴별폴더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…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images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ko-KR" altLang="en-US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New Folder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 후 페이지 별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어셋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폴더 생성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폴더명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ex) </a:t>
            </a:r>
            <a:r>
              <a:rPr lang="en-US" altLang="ko-KR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lglife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-reviews-{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제품명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}-{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넘버링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}</a:t>
            </a:r>
            <a:endParaRPr lang="ko-KR" altLang="en-US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</p:spPr>
        <p:txBody>
          <a:bodyPr/>
          <a:lstStyle/>
          <a:p>
            <a:r>
              <a:rPr lang="en-US" altLang="ko-KR" sz="1400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WCMS :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1-0. </a:t>
            </a:r>
            <a:r>
              <a:rPr lang="ko-KR" altLang="en-US" sz="1400" dirty="0" err="1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어셋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 업로드</a:t>
            </a:r>
            <a:endParaRPr lang="ko-KR" altLang="en-US" sz="1400" dirty="0">
              <a:latin typeface="LG Smart_H SemiBold" panose="020B0600000101010101" pitchFamily="50" charset="-127"/>
              <a:ea typeface="LG Smart_H Semi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A20164-55AF-44AE-9DDE-7635527A6F74}"/>
              </a:ext>
            </a:extLst>
          </p:cNvPr>
          <p:cNvGrpSpPr/>
          <p:nvPr/>
        </p:nvGrpSpPr>
        <p:grpSpPr>
          <a:xfrm>
            <a:off x="4262793" y="1812685"/>
            <a:ext cx="6778587" cy="2523678"/>
            <a:chOff x="4525444" y="1790438"/>
            <a:chExt cx="6778587" cy="252367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17008CF-33AF-4C72-BEEF-DDBE623CD48A}"/>
                </a:ext>
              </a:extLst>
            </p:cNvPr>
            <p:cNvSpPr/>
            <p:nvPr/>
          </p:nvSpPr>
          <p:spPr>
            <a:xfrm>
              <a:off x="4845172" y="1790438"/>
              <a:ext cx="494248" cy="24941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C37C70D-B7A4-4002-9DBC-E7B26A677154}"/>
                </a:ext>
              </a:extLst>
            </p:cNvPr>
            <p:cNvSpPr/>
            <p:nvPr/>
          </p:nvSpPr>
          <p:spPr>
            <a:xfrm>
              <a:off x="4626328" y="1790438"/>
              <a:ext cx="171760" cy="170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1" dirty="0">
                  <a:solidFill>
                    <a:schemeClr val="bg1"/>
                  </a:solidFill>
                </a:rPr>
                <a:t>1</a:t>
              </a:r>
              <a:endParaRPr lang="ko-KR" altLang="en-US" sz="1001" dirty="0">
                <a:solidFill>
                  <a:schemeClr val="bg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3255A9A-9DCE-469F-AF31-EAA36A9A6CF8}"/>
                </a:ext>
              </a:extLst>
            </p:cNvPr>
            <p:cNvSpPr/>
            <p:nvPr/>
          </p:nvSpPr>
          <p:spPr>
            <a:xfrm>
              <a:off x="4744287" y="4143892"/>
              <a:ext cx="677759" cy="12600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E593B97-AA8A-438E-B421-ED9374B803B8}"/>
                </a:ext>
              </a:extLst>
            </p:cNvPr>
            <p:cNvSpPr/>
            <p:nvPr/>
          </p:nvSpPr>
          <p:spPr>
            <a:xfrm>
              <a:off x="4525444" y="4143892"/>
              <a:ext cx="171760" cy="170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1" dirty="0">
                  <a:solidFill>
                    <a:schemeClr val="bg1"/>
                  </a:solidFill>
                </a:rPr>
                <a:t>2</a:t>
              </a:r>
              <a:endParaRPr lang="ko-KR" altLang="en-US" sz="1001" dirty="0">
                <a:solidFill>
                  <a:schemeClr val="bg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396EF48-94A1-4253-BB03-225D89EEAF2F}"/>
                </a:ext>
              </a:extLst>
            </p:cNvPr>
            <p:cNvSpPr/>
            <p:nvPr/>
          </p:nvSpPr>
          <p:spPr>
            <a:xfrm>
              <a:off x="10920056" y="2395873"/>
              <a:ext cx="383975" cy="17022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522FBAF-9488-4311-942C-EE5E7A79922C}"/>
                </a:ext>
              </a:extLst>
            </p:cNvPr>
            <p:cNvSpPr/>
            <p:nvPr/>
          </p:nvSpPr>
          <p:spPr>
            <a:xfrm>
              <a:off x="10701213" y="2395873"/>
              <a:ext cx="171760" cy="170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1" dirty="0">
                  <a:solidFill>
                    <a:schemeClr val="bg1"/>
                  </a:solidFill>
                </a:rPr>
                <a:t>3</a:t>
              </a:r>
              <a:endParaRPr lang="ko-KR" altLang="en-US" sz="100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37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781932" y="739140"/>
            <a:ext cx="8012135" cy="5623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48" y="1495870"/>
            <a:ext cx="7329805" cy="3415459"/>
          </a:xfrm>
          <a:prstGeom prst="rect">
            <a:avLst/>
          </a:prstGeom>
        </p:spPr>
      </p:pic>
      <p:sp>
        <p:nvSpPr>
          <p:cNvPr id="31" name="제목 1">
            <a:extLst>
              <a:ext uri="{FF2B5EF4-FFF2-40B4-BE49-F238E27FC236}">
                <a16:creationId xmlns:a16="http://schemas.microsoft.com/office/drawing/2014/main" id="{7C14425C-4A6E-4E9A-ACA8-36191F9BD4CE}"/>
              </a:ext>
            </a:extLst>
          </p:cNvPr>
          <p:cNvSpPr txBox="1">
            <a:spLocks/>
          </p:cNvSpPr>
          <p:nvPr/>
        </p:nvSpPr>
        <p:spPr>
          <a:xfrm>
            <a:off x="397932" y="2503232"/>
            <a:ext cx="3199654" cy="178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kern="1200" cap="none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생성한 폴더에 들어가서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Import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endParaRPr lang="ko-KR" altLang="en-US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이미지 </a:t>
            </a:r>
            <a:r>
              <a:rPr lang="en-US" altLang="ko-KR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drag&amp;drop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</a:t>
            </a:r>
            <a: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Import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버튼 활성화되면 클릭하여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어셋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업로드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폴더에는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인스타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이미지만 업로드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 이미지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다른 리뷰 보기 이미지는 별도 폴더에 업로드</a:t>
            </a:r>
            <a:endParaRPr lang="ko-KR" altLang="en-US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</p:spPr>
        <p:txBody>
          <a:bodyPr/>
          <a:lstStyle/>
          <a:p>
            <a:r>
              <a:rPr lang="en-US" altLang="ko-KR" sz="1400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WCMS :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1-0. </a:t>
            </a:r>
            <a:r>
              <a:rPr lang="ko-KR" altLang="en-US" sz="1400" dirty="0" err="1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어셋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 업로드</a:t>
            </a:r>
            <a:endParaRPr lang="ko-KR" altLang="en-US" sz="1400" dirty="0">
              <a:latin typeface="LG Smart_H SemiBold" panose="020B0600000101010101" pitchFamily="50" charset="-127"/>
              <a:ea typeface="LG Smart_H Semi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9800155" y="1738250"/>
            <a:ext cx="467795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9581312" y="1738250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4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149" y="2420910"/>
            <a:ext cx="7046050" cy="3255990"/>
          </a:xfrm>
          <a:prstGeom prst="rect">
            <a:avLst/>
          </a:prstGeom>
        </p:spPr>
      </p:pic>
      <p:cxnSp>
        <p:nvCxnSpPr>
          <p:cNvPr id="14" name="연결선: 꺾임 34">
            <a:extLst>
              <a:ext uri="{FF2B5EF4-FFF2-40B4-BE49-F238E27FC236}">
                <a16:creationId xmlns:a16="http://schemas.microsoft.com/office/drawing/2014/main" id="{5DDBB813-DCC2-40E3-A72A-6ABF320FD640}"/>
              </a:ext>
            </a:extLst>
          </p:cNvPr>
          <p:cNvCxnSpPr>
            <a:cxnSpLocks/>
            <a:stCxn id="24" idx="2"/>
            <a:endCxn id="3" idx="0"/>
          </p:cNvCxnSpPr>
          <p:nvPr/>
        </p:nvCxnSpPr>
        <p:spPr>
          <a:xfrm rot="5400000">
            <a:off x="8872284" y="1259141"/>
            <a:ext cx="420660" cy="1902879"/>
          </a:xfrm>
          <a:prstGeom prst="bent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10771705" y="5423795"/>
            <a:ext cx="467795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10552862" y="5423795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6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7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781932" y="739140"/>
            <a:ext cx="8012135" cy="5623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48" y="1549794"/>
            <a:ext cx="7329805" cy="3406541"/>
          </a:xfrm>
          <a:prstGeom prst="rect">
            <a:avLst/>
          </a:prstGeom>
        </p:spPr>
      </p:pic>
      <p:sp>
        <p:nvSpPr>
          <p:cNvPr id="31" name="제목 1">
            <a:extLst>
              <a:ext uri="{FF2B5EF4-FFF2-40B4-BE49-F238E27FC236}">
                <a16:creationId xmlns:a16="http://schemas.microsoft.com/office/drawing/2014/main" id="{7C14425C-4A6E-4E9A-ACA8-36191F9BD4CE}"/>
              </a:ext>
            </a:extLst>
          </p:cNvPr>
          <p:cNvSpPr txBox="1">
            <a:spLocks/>
          </p:cNvSpPr>
          <p:nvPr/>
        </p:nvSpPr>
        <p:spPr>
          <a:xfrm>
            <a:off x="397932" y="2262250"/>
            <a:ext cx="3199654" cy="25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kern="1200" cap="none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lnSpc>
                <a:spcPct val="150000"/>
              </a:lnSpc>
            </a:pP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어셋은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업로드 후 배포해야 페이지에서 확인할 수 있음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 프로세스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생성한 폴더에 들어가서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Import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Next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(default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변경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Job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타이틀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Job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상세내용에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asset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입력 후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Run Job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</p:spPr>
        <p:txBody>
          <a:bodyPr/>
          <a:lstStyle/>
          <a:p>
            <a:r>
              <a:rPr lang="en-US" altLang="ko-KR" sz="1400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WCMS :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1-0. </a:t>
            </a:r>
            <a:r>
              <a:rPr lang="ko-KR" altLang="en-US" sz="1400" dirty="0" err="1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어셋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 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업로드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(</a:t>
            </a:r>
            <a:r>
              <a:rPr lang="en-US" altLang="ko-KR" sz="14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STG </a:t>
            </a:r>
            <a:r>
              <a:rPr lang="ko-KR" altLang="en-US" sz="14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반영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)</a:t>
            </a:r>
            <a:endParaRPr lang="ko-KR" altLang="en-US" sz="1400" dirty="0">
              <a:latin typeface="LG Smart_H SemiBold" panose="020B0600000101010101" pitchFamily="50" charset="-127"/>
              <a:ea typeface="LG Smart_H Semi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11095555" y="1738250"/>
            <a:ext cx="467795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10876712" y="1738250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1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cxnSp>
        <p:nvCxnSpPr>
          <p:cNvPr id="14" name="연결선: 꺾임 34">
            <a:extLst>
              <a:ext uri="{FF2B5EF4-FFF2-40B4-BE49-F238E27FC236}">
                <a16:creationId xmlns:a16="http://schemas.microsoft.com/office/drawing/2014/main" id="{5DDBB813-DCC2-40E3-A72A-6ABF320FD640}"/>
              </a:ext>
            </a:extLst>
          </p:cNvPr>
          <p:cNvCxnSpPr>
            <a:cxnSpLocks/>
            <a:stCxn id="24" idx="2"/>
            <a:endCxn id="6" idx="0"/>
          </p:cNvCxnSpPr>
          <p:nvPr/>
        </p:nvCxnSpPr>
        <p:spPr>
          <a:xfrm rot="5400000">
            <a:off x="8517524" y="-571329"/>
            <a:ext cx="240350" cy="5383508"/>
          </a:xfrm>
          <a:prstGeom prst="bent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176" y="2240600"/>
            <a:ext cx="3703538" cy="355805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7198360" y="5582545"/>
            <a:ext cx="223766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6964966" y="5628433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2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060" y="2262250"/>
            <a:ext cx="3675267" cy="35200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20" name="연결선: 꺾임 34">
            <a:extLst>
              <a:ext uri="{FF2B5EF4-FFF2-40B4-BE49-F238E27FC236}">
                <a16:creationId xmlns:a16="http://schemas.microsoft.com/office/drawing/2014/main" id="{5DDBB813-DCC2-40E3-A72A-6ABF320FD640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 flipV="1">
            <a:off x="7422126" y="4022267"/>
            <a:ext cx="559934" cy="1691278"/>
          </a:xfrm>
          <a:prstGeom prst="bent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11048472" y="4018462"/>
            <a:ext cx="340888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10815078" y="4064350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3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100555" y="3325562"/>
            <a:ext cx="1262645" cy="3231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r>
              <a:rPr lang="en-US" altLang="ko-KR" sz="1000" dirty="0" smtClean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sset</a:t>
            </a:r>
            <a:r>
              <a:rPr lang="ko-KR" altLang="en-US" sz="1000" dirty="0" smtClean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작성</a:t>
            </a:r>
            <a:endParaRPr lang="ko-KR" altLang="en-US" sz="100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45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3781932" y="739140"/>
            <a:ext cx="8012135" cy="5623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103" y="1910007"/>
            <a:ext cx="7516247" cy="3478076"/>
          </a:xfrm>
          <a:prstGeom prst="rect">
            <a:avLst/>
          </a:prstGeom>
        </p:spPr>
      </p:pic>
      <p:sp>
        <p:nvSpPr>
          <p:cNvPr id="31" name="제목 1">
            <a:extLst>
              <a:ext uri="{FF2B5EF4-FFF2-40B4-BE49-F238E27FC236}">
                <a16:creationId xmlns:a16="http://schemas.microsoft.com/office/drawing/2014/main" id="{7C14425C-4A6E-4E9A-ACA8-36191F9BD4CE}"/>
              </a:ext>
            </a:extLst>
          </p:cNvPr>
          <p:cNvSpPr txBox="1">
            <a:spLocks/>
          </p:cNvSpPr>
          <p:nvPr/>
        </p:nvSpPr>
        <p:spPr>
          <a:xfrm>
            <a:off x="397932" y="2262250"/>
            <a:ext cx="3199654" cy="275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kern="1200" cap="none">
                <a:solidFill>
                  <a:schemeClr val="dk1"/>
                </a:solidFill>
                <a:latin typeface="LG Smart_H SemiBold" panose="020B0600000101010101" pitchFamily="34" charset="-127"/>
                <a:ea typeface="LG Smart_H SemiBold" panose="020B0600000101010101" pitchFamily="34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상단바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워크플로우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클릭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 startAt="4"/>
            </a:pP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제일 끝으로 이동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최근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job)</a:t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105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 startAt="4"/>
            </a:pPr>
            <a:r>
              <a:rPr lang="ko-KR" altLang="en-US" sz="1050" b="0" dirty="0" err="1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어셋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배포 요청한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job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(“asset”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확인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b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동일한 이름으로 올라온 </a:t>
            </a:r>
            <a:r>
              <a:rPr lang="en-US" altLang="ko-KR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job</a:t>
            </a:r>
            <a:r>
              <a:rPr lang="ko-KR" altLang="en-US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들이 있어서 </a:t>
            </a:r>
            <a:r>
              <a:rPr lang="en-US" altLang="ko-KR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0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 후 내가 올린 파일에 대한 워크플로우가 맞는 지 확인 필수</a:t>
            </a:r>
            <a: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b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 startAt="4"/>
            </a:pP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업로드한 파일명 확인 후 </a:t>
            </a:r>
            <a:r>
              <a:rPr lang="en-US" altLang="ko-KR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Approve </a:t>
            </a:r>
            <a:r>
              <a:rPr lang="ko-KR" altLang="en-US" sz="1050" b="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50" b="0" dirty="0" smtClean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7933" y="196307"/>
            <a:ext cx="11396134" cy="324000"/>
          </a:xfrm>
        </p:spPr>
        <p:txBody>
          <a:bodyPr/>
          <a:lstStyle/>
          <a:p>
            <a:r>
              <a:rPr lang="en-US" altLang="ko-KR" sz="1400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WCMS :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1-0. </a:t>
            </a:r>
            <a:r>
              <a:rPr lang="ko-KR" altLang="en-US" sz="1400" dirty="0" err="1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어셋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 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업로드 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(</a:t>
            </a:r>
            <a:r>
              <a:rPr lang="ko-KR" altLang="en-US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운영 반영</a:t>
            </a:r>
            <a:r>
              <a:rPr lang="en-US" altLang="ko-KR" sz="1400" dirty="0" smtClean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)</a:t>
            </a:r>
            <a:endParaRPr lang="ko-KR" altLang="en-US" sz="1400" dirty="0">
              <a:latin typeface="LG Smart_H SemiBold" panose="020B0600000101010101" pitchFamily="50" charset="-127"/>
              <a:ea typeface="LG Smart_H SemiBold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4751905" y="1903649"/>
            <a:ext cx="467795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4533062" y="1903649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4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11109960" y="3488106"/>
            <a:ext cx="162278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10900958" y="3516214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5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96EF48-94A1-4253-BB03-225D89EEAF2F}"/>
              </a:ext>
            </a:extLst>
          </p:cNvPr>
          <p:cNvSpPr/>
          <p:nvPr/>
        </p:nvSpPr>
        <p:spPr>
          <a:xfrm>
            <a:off x="10466570" y="5135163"/>
            <a:ext cx="340888" cy="26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22FBAF-9488-4311-942C-EE5E7A79922C}"/>
              </a:ext>
            </a:extLst>
          </p:cNvPr>
          <p:cNvSpPr/>
          <p:nvPr/>
        </p:nvSpPr>
        <p:spPr>
          <a:xfrm>
            <a:off x="10233176" y="5181051"/>
            <a:ext cx="171760" cy="1702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1" dirty="0" smtClean="0">
                <a:solidFill>
                  <a:schemeClr val="bg1"/>
                </a:solidFill>
              </a:rPr>
              <a:t>7</a:t>
            </a:r>
            <a:endParaRPr lang="ko-KR" altLang="en-US" sz="100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06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002603"/>
            <a:ext cx="8306236" cy="646331"/>
          </a:xfrm>
          <a:prstGeom prst="rect">
            <a:avLst/>
          </a:prstGeom>
          <a:noFill/>
        </p:spPr>
        <p:txBody>
          <a:bodyPr wrap="square" lIns="684000" rtlCol="0" anchor="t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altLang="ko-KR" sz="3600" b="1" dirty="0">
                <a:solidFill>
                  <a:schemeClr val="bg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1-1. </a:t>
            </a:r>
            <a:r>
              <a:rPr lang="ko-KR" altLang="en-US" sz="3600" b="1" dirty="0">
                <a:solidFill>
                  <a:schemeClr val="bg1"/>
                </a:solidFill>
                <a:latin typeface="LG Smart_H SemiBold" panose="020B0600000101010101" pitchFamily="50" charset="-127"/>
                <a:ea typeface="LG Smart_H SemiBold" panose="020B0600000101010101" pitchFamily="50" charset="-127"/>
                <a:cs typeface="Arial"/>
                <a:sym typeface="Arial"/>
              </a:rPr>
              <a:t>신규 페이지 생성</a:t>
            </a:r>
            <a:endParaRPr lang="ko-KR" altLang="en-US" sz="3600" b="1" dirty="0">
              <a:solidFill>
                <a:schemeClr val="bg1"/>
              </a:solidFill>
              <a:latin typeface="LG Smart_H SemiBold" panose="020B0600000101010101" pitchFamily="34" charset="-127"/>
              <a:ea typeface="LG Smart_H SemiBold" panose="020B0600000101010101" pitchFamily="34" charset="-127"/>
              <a:cs typeface="Arial"/>
              <a:sym typeface="Arial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01534" y="2279816"/>
            <a:ext cx="2103120" cy="428324"/>
          </a:xfrm>
          <a:prstGeom prst="roundRect">
            <a:avLst>
              <a:gd name="adj" fmla="val 9435"/>
            </a:avLst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r>
              <a:rPr lang="en-US" altLang="ko-KR" sz="1100" b="1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WCMS</a:t>
            </a:r>
          </a:p>
        </p:txBody>
      </p:sp>
    </p:spTree>
    <p:extLst>
      <p:ext uri="{BB962C8B-B14F-4D97-AF65-F5344CB8AC3E}">
        <p14:creationId xmlns:p14="http://schemas.microsoft.com/office/powerpoint/2010/main" val="341863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66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B01B69-6DA5-4ADF-8986-BAD54184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" y="558780"/>
            <a:ext cx="12192000" cy="5958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14DFC-3E07-4F6B-888B-F3C602BCA050}"/>
              </a:ext>
            </a:extLst>
          </p:cNvPr>
          <p:cNvSpPr txBox="1"/>
          <p:nvPr/>
        </p:nvSpPr>
        <p:spPr>
          <a:xfrm>
            <a:off x="5242702" y="2174681"/>
            <a:ext cx="132113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html </a:t>
            </a:r>
            <a:r>
              <a:rPr lang="ko-KR" altLang="en-US" sz="1400" dirty="0"/>
              <a:t>작업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 smtClean="0"/>
              <a:t>/</a:t>
            </a:r>
            <a:endParaRPr lang="ko-KR" altLang="en-US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0BD582-0D9A-4662-8B6C-A58167C84FD2}"/>
              </a:ext>
            </a:extLst>
          </p:cNvPr>
          <p:cNvGrpSpPr/>
          <p:nvPr/>
        </p:nvGrpSpPr>
        <p:grpSpPr>
          <a:xfrm>
            <a:off x="3734357" y="5330450"/>
            <a:ext cx="4541086" cy="1028645"/>
            <a:chOff x="505482" y="3435386"/>
            <a:chExt cx="5172075" cy="11715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7853952-1302-4C55-AE1A-2BC57193B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482" y="3435386"/>
              <a:ext cx="5172075" cy="117157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6B0B40E-696D-4CF5-9DC6-E4DFDA15BA73}"/>
                </a:ext>
              </a:extLst>
            </p:cNvPr>
            <p:cNvSpPr/>
            <p:nvPr/>
          </p:nvSpPr>
          <p:spPr>
            <a:xfrm>
              <a:off x="731042" y="4417180"/>
              <a:ext cx="1492370" cy="1897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FC9240-7E20-4C6B-AC30-FA6F30A6872D}"/>
              </a:ext>
            </a:extLst>
          </p:cNvPr>
          <p:cNvSpPr txBox="1"/>
          <p:nvPr/>
        </p:nvSpPr>
        <p:spPr>
          <a:xfrm>
            <a:off x="5993284" y="5732925"/>
            <a:ext cx="220284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css</a:t>
            </a:r>
            <a:r>
              <a:rPr lang="en-US" altLang="ko-KR" sz="1400" dirty="0"/>
              <a:t> </a:t>
            </a:r>
            <a:r>
              <a:rPr lang="ko-KR" altLang="en-US" sz="1400" dirty="0"/>
              <a:t>작업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 smtClean="0"/>
              <a:t>/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메뉴별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에셋위치</a:t>
            </a:r>
            <a:r>
              <a:rPr lang="ko-KR" altLang="en-US" sz="1400" dirty="0"/>
              <a:t> 상이</a:t>
            </a:r>
            <a:endParaRPr lang="ko-KR" altLang="en-US" sz="1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54C539-142A-43A7-B93B-D8A8DB77F346}"/>
              </a:ext>
            </a:extLst>
          </p:cNvPr>
          <p:cNvGrpSpPr/>
          <p:nvPr/>
        </p:nvGrpSpPr>
        <p:grpSpPr>
          <a:xfrm>
            <a:off x="3734357" y="2773248"/>
            <a:ext cx="4541086" cy="2438572"/>
            <a:chOff x="505482" y="2541715"/>
            <a:chExt cx="5019675" cy="269557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3F6281D-8E94-4BC7-A5D1-56C74A0E9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482" y="2541715"/>
              <a:ext cx="5019675" cy="269557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6ECE149-A564-43CD-A4EE-DD7E5D8B53DD}"/>
                </a:ext>
              </a:extLst>
            </p:cNvPr>
            <p:cNvSpPr/>
            <p:nvPr/>
          </p:nvSpPr>
          <p:spPr>
            <a:xfrm>
              <a:off x="731042" y="3711521"/>
              <a:ext cx="2174286" cy="15257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D286C7-CC40-450A-B992-7D6F82506D4A}"/>
              </a:ext>
            </a:extLst>
          </p:cNvPr>
          <p:cNvSpPr/>
          <p:nvPr/>
        </p:nvSpPr>
        <p:spPr>
          <a:xfrm>
            <a:off x="3795239" y="2531273"/>
            <a:ext cx="1310302" cy="1666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9A6B7-003E-4EB2-9F39-2C79C22B9431}"/>
              </a:ext>
            </a:extLst>
          </p:cNvPr>
          <p:cNvSpPr txBox="1"/>
          <p:nvPr/>
        </p:nvSpPr>
        <p:spPr>
          <a:xfrm>
            <a:off x="5993284" y="4233442"/>
            <a:ext cx="216277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이미지 파일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 smtClean="0"/>
              <a:t>/</a:t>
            </a:r>
            <a:r>
              <a:rPr lang="ko-KR" altLang="en-US" sz="1400" dirty="0" err="1" smtClean="0"/>
              <a:t>메뉴별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에셋위치</a:t>
            </a:r>
            <a:r>
              <a:rPr lang="ko-KR" altLang="en-US" sz="1400" dirty="0" smtClean="0"/>
              <a:t> 상이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14DFC-3E07-4F6B-888B-F3C602BCA050}"/>
              </a:ext>
            </a:extLst>
          </p:cNvPr>
          <p:cNvSpPr txBox="1"/>
          <p:nvPr/>
        </p:nvSpPr>
        <p:spPr>
          <a:xfrm>
            <a:off x="6705742" y="2174681"/>
            <a:ext cx="354135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sz="1400" dirty="0" smtClean="0">
                <a:sym typeface="Wingdings" panose="05000000000000000000" pitchFamily="2" charset="2"/>
              </a:rPr>
              <a:t>로컬에 임시파일 만들어서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r>
              <a:rPr lang="ko-KR" altLang="en-US" sz="1400" dirty="0" smtClean="0">
                <a:sym typeface="Wingdings" panose="05000000000000000000" pitchFamily="2" charset="2"/>
              </a:rPr>
              <a:t>        </a:t>
            </a:r>
            <a:r>
              <a:rPr lang="ko-KR" altLang="en-US" sz="1400" dirty="0" err="1" smtClean="0">
                <a:sym typeface="Wingdings" panose="05000000000000000000" pitchFamily="2" charset="2"/>
              </a:rPr>
              <a:t>메뉴별</a:t>
            </a:r>
            <a:r>
              <a:rPr lang="ko-KR" altLang="en-US" sz="1400" dirty="0" smtClean="0">
                <a:sym typeface="Wingdings" panose="05000000000000000000" pitchFamily="2" charset="2"/>
              </a:rPr>
              <a:t> </a:t>
            </a:r>
            <a:r>
              <a:rPr lang="ko-KR" altLang="en-US" sz="1400" dirty="0" err="1" smtClean="0">
                <a:sym typeface="Wingdings" panose="05000000000000000000" pitchFamily="2" charset="2"/>
              </a:rPr>
              <a:t>하위폴더</a:t>
            </a:r>
            <a:r>
              <a:rPr lang="ko-KR" altLang="en-US" sz="1400" dirty="0" smtClean="0">
                <a:sym typeface="Wingdings" panose="05000000000000000000" pitchFamily="2" charset="2"/>
              </a:rPr>
              <a:t> 이동 후 </a:t>
            </a:r>
            <a:r>
              <a:rPr lang="en-US" altLang="ko-KR" sz="1400" dirty="0" smtClean="0">
                <a:sym typeface="Wingdings" panose="05000000000000000000" pitchFamily="2" charset="2"/>
              </a:rPr>
              <a:t>import</a:t>
            </a:r>
            <a:r>
              <a:rPr lang="ko-KR" altLang="en-US" sz="1400" dirty="0" err="1" smtClean="0">
                <a:sym typeface="Wingdings" panose="05000000000000000000" pitchFamily="2" charset="2"/>
              </a:rPr>
              <a:t>하면됨</a:t>
            </a:r>
            <a:r>
              <a:rPr lang="en-US" altLang="ko-KR" sz="1400" dirty="0" smtClean="0">
                <a:sym typeface="Wingdings" panose="05000000000000000000" pitchFamily="2" charset="2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616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66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 smtClean="0"/>
              <a:t>방법 </a:t>
            </a:r>
            <a:r>
              <a:rPr lang="en-US" altLang="ko-KR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(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STG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반영</a:t>
            </a:r>
            <a:r>
              <a:rPr lang="en-US" altLang="ko-KR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)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7631B-F0B3-4EE1-81F8-9686F17F68DB}"/>
              </a:ext>
            </a:extLst>
          </p:cNvPr>
          <p:cNvSpPr txBox="1"/>
          <p:nvPr/>
        </p:nvSpPr>
        <p:spPr>
          <a:xfrm>
            <a:off x="7950193" y="3078363"/>
            <a:ext cx="27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작업된 파일 선택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72009E-2BFF-4078-AD74-7609C8B0A119}"/>
              </a:ext>
            </a:extLst>
          </p:cNvPr>
          <p:cNvGrpSpPr/>
          <p:nvPr/>
        </p:nvGrpSpPr>
        <p:grpSpPr>
          <a:xfrm>
            <a:off x="1143000" y="664362"/>
            <a:ext cx="9906000" cy="1988593"/>
            <a:chOff x="0" y="229800"/>
            <a:chExt cx="12192000" cy="24474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4AE56B8-CCC3-4110-952B-A3C13CBD5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9800"/>
              <a:ext cx="12192000" cy="2447499"/>
            </a:xfrm>
            <a:prstGeom prst="rect">
              <a:avLst/>
            </a:prstGeom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D7EDCF2-D826-44A8-BBB0-BF3EB07771A8}"/>
                </a:ext>
              </a:extLst>
            </p:cNvPr>
            <p:cNvSpPr/>
            <p:nvPr/>
          </p:nvSpPr>
          <p:spPr>
            <a:xfrm>
              <a:off x="0" y="2056350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ED0E00A-0C9C-4EFA-B5BA-8CDC7590B18C}"/>
                </a:ext>
              </a:extLst>
            </p:cNvPr>
            <p:cNvSpPr/>
            <p:nvPr/>
          </p:nvSpPr>
          <p:spPr>
            <a:xfrm>
              <a:off x="11806687" y="397203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9BA0BC7F-449F-4316-8A5A-C18179C8170C}"/>
              </a:ext>
            </a:extLst>
          </p:cNvPr>
          <p:cNvSpPr/>
          <p:nvPr/>
        </p:nvSpPr>
        <p:spPr>
          <a:xfrm>
            <a:off x="7703288" y="3528029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C24E63E-C294-4F02-B5EF-B4051C73B47D}"/>
              </a:ext>
            </a:extLst>
          </p:cNvPr>
          <p:cNvSpPr/>
          <p:nvPr/>
        </p:nvSpPr>
        <p:spPr>
          <a:xfrm>
            <a:off x="7703290" y="3078363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D2F28-BEDA-4F17-AE1B-BADFB2E8BD68}"/>
              </a:ext>
            </a:extLst>
          </p:cNvPr>
          <p:cNvSpPr txBox="1"/>
          <p:nvPr/>
        </p:nvSpPr>
        <p:spPr>
          <a:xfrm>
            <a:off x="7950192" y="3513810"/>
            <a:ext cx="2750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Submit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F81225-1DC5-4E8E-A38E-93BF090CE285}"/>
              </a:ext>
            </a:extLst>
          </p:cNvPr>
          <p:cNvGrpSpPr/>
          <p:nvPr/>
        </p:nvGrpSpPr>
        <p:grpSpPr>
          <a:xfrm>
            <a:off x="1266452" y="2879190"/>
            <a:ext cx="3806033" cy="3514714"/>
            <a:chOff x="123451" y="2933511"/>
            <a:chExt cx="3806033" cy="351471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1C43F47-A985-4083-B7B8-13BD2958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903" y="2933511"/>
              <a:ext cx="3682581" cy="3514714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AC11448-A0A0-4ABA-8D53-ABB25A9D56E6}"/>
                </a:ext>
              </a:extLst>
            </p:cNvPr>
            <p:cNvSpPr/>
            <p:nvPr/>
          </p:nvSpPr>
          <p:spPr>
            <a:xfrm>
              <a:off x="123451" y="3259725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14E7F0-E24B-41B8-B8C3-721DCF329C32}"/>
              </a:ext>
            </a:extLst>
          </p:cNvPr>
          <p:cNvGrpSpPr/>
          <p:nvPr/>
        </p:nvGrpSpPr>
        <p:grpSpPr>
          <a:xfrm>
            <a:off x="3866382" y="3078362"/>
            <a:ext cx="3703283" cy="3514714"/>
            <a:chOff x="4244358" y="2933511"/>
            <a:chExt cx="3703283" cy="35147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1F054D8-EC52-4D5E-A833-F9125682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4358" y="2933511"/>
              <a:ext cx="3703283" cy="3514714"/>
            </a:xfrm>
            <a:prstGeom prst="rect">
              <a:avLst/>
            </a:prstGeom>
          </p:spPr>
        </p:pic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C804C3A-E705-4B8D-869C-73083F13E196}"/>
                </a:ext>
              </a:extLst>
            </p:cNvPr>
            <p:cNvSpPr/>
            <p:nvPr/>
          </p:nvSpPr>
          <p:spPr>
            <a:xfrm>
              <a:off x="7259653" y="480529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/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0EE97FEF-DCE6-4F41-8A18-46B85BDBF98C}"/>
              </a:ext>
            </a:extLst>
          </p:cNvPr>
          <p:cNvSpPr/>
          <p:nvPr/>
        </p:nvSpPr>
        <p:spPr>
          <a:xfrm>
            <a:off x="7703284" y="3977013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EEDDC-05F1-477F-80EA-C93AEC6B0FAF}"/>
              </a:ext>
            </a:extLst>
          </p:cNvPr>
          <p:cNvSpPr txBox="1"/>
          <p:nvPr/>
        </p:nvSpPr>
        <p:spPr>
          <a:xfrm>
            <a:off x="7950189" y="3977695"/>
            <a:ext cx="2971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01.Self Publish Workflow </a:t>
            </a:r>
            <a:r>
              <a:rPr lang="ko-KR" altLang="en-US" sz="1000"/>
              <a:t>선택 후 </a:t>
            </a:r>
            <a:r>
              <a:rPr lang="en-US" altLang="ko-KR" sz="1000" dirty="0"/>
              <a:t>Next </a:t>
            </a:r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BC2AA3A-AC5D-4981-A38F-5866035BF807}"/>
              </a:ext>
            </a:extLst>
          </p:cNvPr>
          <p:cNvSpPr/>
          <p:nvPr/>
        </p:nvSpPr>
        <p:spPr>
          <a:xfrm>
            <a:off x="7703286" y="4436405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443AF6-1182-4DE6-B03A-F531D45F852A}"/>
              </a:ext>
            </a:extLst>
          </p:cNvPr>
          <p:cNvSpPr txBox="1"/>
          <p:nvPr/>
        </p:nvSpPr>
        <p:spPr>
          <a:xfrm>
            <a:off x="7950189" y="4421504"/>
            <a:ext cx="3390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Job </a:t>
            </a:r>
            <a:r>
              <a:rPr lang="ko-KR" altLang="en-US" sz="1000"/>
              <a:t>타이틀</a:t>
            </a:r>
            <a:r>
              <a:rPr lang="en-US" altLang="ko-KR" sz="1000" dirty="0"/>
              <a:t>, </a:t>
            </a:r>
            <a:r>
              <a:rPr lang="ko-KR" altLang="en-US" sz="1000"/>
              <a:t>상세내용 작성 후 </a:t>
            </a:r>
            <a:r>
              <a:rPr lang="en-US" altLang="ko-KR" sz="1000" dirty="0"/>
              <a:t>Run Job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58E5DE-2CB7-43D8-B9C9-739B07277912}"/>
              </a:ext>
            </a:extLst>
          </p:cNvPr>
          <p:cNvSpPr/>
          <p:nvPr/>
        </p:nvSpPr>
        <p:spPr>
          <a:xfrm>
            <a:off x="7703283" y="4875663"/>
            <a:ext cx="2872596" cy="1167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r>
              <a:rPr lang="ko-KR" altLang="en-US"/>
              <a:t>번까지 진행되면</a:t>
            </a:r>
            <a:endParaRPr lang="en-US" altLang="ko-KR" dirty="0"/>
          </a:p>
          <a:p>
            <a:pPr algn="ctr"/>
            <a:r>
              <a:rPr lang="en-US" altLang="ko-KR" dirty="0"/>
              <a:t>STG </a:t>
            </a:r>
            <a:r>
              <a:rPr lang="ko-KR" altLang="en-US"/>
              <a:t>반영 완료</a:t>
            </a:r>
          </a:p>
        </p:txBody>
      </p:sp>
    </p:spTree>
    <p:extLst>
      <p:ext uri="{BB962C8B-B14F-4D97-AF65-F5344CB8AC3E}">
        <p14:creationId xmlns:p14="http://schemas.microsoft.com/office/powerpoint/2010/main" val="332613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66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 smtClean="0"/>
              <a:t>방법 </a:t>
            </a:r>
            <a:r>
              <a:rPr lang="en-US" altLang="ko-KR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(</a:t>
            </a:r>
            <a:r>
              <a:rPr lang="ko-KR" altLang="en-US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운영 반영</a:t>
            </a:r>
            <a:r>
              <a:rPr lang="en-US" altLang="ko-KR" dirty="0">
                <a:latin typeface="LG Smart_H SemiBold" panose="020B0600000101010101" pitchFamily="50" charset="-127"/>
                <a:ea typeface="LG Smart_H SemiBold" panose="020B0600000101010101" pitchFamily="50" charset="-127"/>
              </a:rPr>
              <a:t>)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5DA302-C6FE-47A2-88A9-66F9092C44A6}"/>
              </a:ext>
            </a:extLst>
          </p:cNvPr>
          <p:cNvGrpSpPr/>
          <p:nvPr/>
        </p:nvGrpSpPr>
        <p:grpSpPr>
          <a:xfrm>
            <a:off x="1143000" y="470787"/>
            <a:ext cx="9765102" cy="3835744"/>
            <a:chOff x="0" y="1"/>
            <a:chExt cx="9765102" cy="38357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638C4D-B59C-4412-9B44-52CC37FFA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"/>
              <a:ext cx="9765102" cy="3835744"/>
            </a:xfrm>
            <a:prstGeom prst="rect">
              <a:avLst/>
            </a:prstGeom>
          </p:spPr>
        </p:pic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2729AEB-18D3-4504-863D-AB16061B3FB1}"/>
                </a:ext>
              </a:extLst>
            </p:cNvPr>
            <p:cNvSpPr/>
            <p:nvPr/>
          </p:nvSpPr>
          <p:spPr>
            <a:xfrm>
              <a:off x="1159203" y="227549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B7C9D71-9D00-4D98-8394-47D2A7FA8407}"/>
                </a:ext>
              </a:extLst>
            </p:cNvPr>
            <p:cNvSpPr/>
            <p:nvPr/>
          </p:nvSpPr>
          <p:spPr>
            <a:xfrm>
              <a:off x="1035751" y="316804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FB6AC70-BA28-49BA-9DFA-7113853C447A}"/>
              </a:ext>
            </a:extLst>
          </p:cNvPr>
          <p:cNvGrpSpPr/>
          <p:nvPr/>
        </p:nvGrpSpPr>
        <p:grpSpPr>
          <a:xfrm>
            <a:off x="1143000" y="4306532"/>
            <a:ext cx="9765102" cy="2554823"/>
            <a:chOff x="0" y="3835745"/>
            <a:chExt cx="9765102" cy="255482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1DD5DC5-05FC-4F5E-911B-D7039D02E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835745"/>
              <a:ext cx="9765102" cy="2554823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2FCEC48-DD19-428A-A44E-3757726E064C}"/>
                </a:ext>
              </a:extLst>
            </p:cNvPr>
            <p:cNvSpPr/>
            <p:nvPr/>
          </p:nvSpPr>
          <p:spPr>
            <a:xfrm>
              <a:off x="8495731" y="598482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92220B0-01CA-4CC3-9413-C34FA88599DB}"/>
              </a:ext>
            </a:extLst>
          </p:cNvPr>
          <p:cNvSpPr txBox="1"/>
          <p:nvPr/>
        </p:nvSpPr>
        <p:spPr>
          <a:xfrm>
            <a:off x="9302004" y="3885731"/>
            <a:ext cx="180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워크플로우</a:t>
            </a:r>
            <a:r>
              <a:rPr lang="ko-KR" altLang="en-US" sz="1000" dirty="0"/>
              <a:t> 메뉴 클릭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0EAE13A-F3FF-4F94-AD34-1CBD8A749E72}"/>
              </a:ext>
            </a:extLst>
          </p:cNvPr>
          <p:cNvSpPr/>
          <p:nvPr/>
        </p:nvSpPr>
        <p:spPr>
          <a:xfrm>
            <a:off x="9055099" y="4335397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</a:t>
            </a:r>
            <a:endParaRPr lang="ko-KR" altLang="en-US" sz="10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731B166-7709-4497-B56F-6626618FBCAB}"/>
              </a:ext>
            </a:extLst>
          </p:cNvPr>
          <p:cNvSpPr/>
          <p:nvPr/>
        </p:nvSpPr>
        <p:spPr>
          <a:xfrm>
            <a:off x="9055101" y="3885731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endParaRPr lang="ko-KR" altLang="en-US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02088D-7C7C-415F-B974-DAEBFC4702F3}"/>
              </a:ext>
            </a:extLst>
          </p:cNvPr>
          <p:cNvSpPr txBox="1"/>
          <p:nvPr/>
        </p:nvSpPr>
        <p:spPr>
          <a:xfrm>
            <a:off x="9302003" y="4328969"/>
            <a:ext cx="1801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윈도우창</a:t>
            </a:r>
            <a:r>
              <a:rPr lang="ko-KR" altLang="en-US" sz="1000" dirty="0"/>
              <a:t> 아이콘 클릭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CBF758-EBC9-48D7-8F6E-D88A6C317B72}"/>
              </a:ext>
            </a:extLst>
          </p:cNvPr>
          <p:cNvSpPr/>
          <p:nvPr/>
        </p:nvSpPr>
        <p:spPr>
          <a:xfrm>
            <a:off x="9055099" y="4792172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7</a:t>
            </a:r>
            <a:endParaRPr lang="ko-KR" altLang="en-US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6E4245-7487-438D-A5DA-A6ADD59190E9}"/>
              </a:ext>
            </a:extLst>
          </p:cNvPr>
          <p:cNvSpPr txBox="1"/>
          <p:nvPr/>
        </p:nvSpPr>
        <p:spPr>
          <a:xfrm>
            <a:off x="9302003" y="4777953"/>
            <a:ext cx="1801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Approve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D4F966-AA3E-4056-93F2-991E061B487A}"/>
              </a:ext>
            </a:extLst>
          </p:cNvPr>
          <p:cNvSpPr/>
          <p:nvPr/>
        </p:nvSpPr>
        <p:spPr>
          <a:xfrm>
            <a:off x="5910575" y="3885731"/>
            <a:ext cx="2872596" cy="1167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r>
              <a:rPr lang="ko-KR" altLang="en-US"/>
              <a:t>번까지 진행되면</a:t>
            </a:r>
            <a:endParaRPr lang="en-US" altLang="ko-KR" dirty="0"/>
          </a:p>
          <a:p>
            <a:pPr algn="ctr"/>
            <a:r>
              <a:rPr lang="ko-KR" altLang="en-US" dirty="0"/>
              <a:t>운영 반영 완료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82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/>
          <p:cNvSpPr txBox="1"/>
          <p:nvPr/>
        </p:nvSpPr>
        <p:spPr>
          <a:xfrm>
            <a:off x="1973542" y="3075057"/>
            <a:ext cx="8244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E. O. D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66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21629</TotalTime>
  <Words>256</Words>
  <Application>Microsoft Office PowerPoint</Application>
  <PresentationFormat>와이드스크린</PresentationFormat>
  <Paragraphs>89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LG Smart_H SemiBold</vt:lpstr>
      <vt:lpstr>LG스마트체 Regular</vt:lpstr>
      <vt:lpstr>LG스마트체2.0 Bold</vt:lpstr>
      <vt:lpstr>LG스마트체2.0 SemiBold</vt:lpstr>
      <vt:lpstr>나눔고딕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WCMS : 1-0. 어셋 업로드</vt:lpstr>
      <vt:lpstr>WCMS : 1-0. 어셋 업로드</vt:lpstr>
      <vt:lpstr>WCMS : 1-0. 어셋 업로드 (STG 반영)</vt:lpstr>
      <vt:lpstr>WCMS : 1-0. 어셋 업로드 (운영 반영)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PLP 데이터 운영 가이드</dc:title>
  <dc:creator>인주현(IN JUHYUN)</dc:creator>
  <cp:lastModifiedBy>pc</cp:lastModifiedBy>
  <cp:revision>697</cp:revision>
  <dcterms:created xsi:type="dcterms:W3CDTF">2022-03-30T01:23:31Z</dcterms:created>
  <dcterms:modified xsi:type="dcterms:W3CDTF">2024-01-19T06:01:57Z</dcterms:modified>
</cp:coreProperties>
</file>