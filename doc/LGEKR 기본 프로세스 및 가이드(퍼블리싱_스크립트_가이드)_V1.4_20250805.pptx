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58" r:id="rId1"/>
    <p:sldMasterId id="2147483672" r:id="rId2"/>
  </p:sldMasterIdLst>
  <p:notesMasterIdLst>
    <p:notesMasterId r:id="rId26"/>
  </p:notesMasterIdLst>
  <p:handoutMasterIdLst>
    <p:handoutMasterId r:id="rId27"/>
  </p:handoutMasterIdLst>
  <p:sldIdLst>
    <p:sldId id="1794" r:id="rId3"/>
    <p:sldId id="1829" r:id="rId4"/>
    <p:sldId id="1817" r:id="rId5"/>
    <p:sldId id="1823" r:id="rId6"/>
    <p:sldId id="1809" r:id="rId7"/>
    <p:sldId id="1822" r:id="rId8"/>
    <p:sldId id="1811" r:id="rId9"/>
    <p:sldId id="1824" r:id="rId10"/>
    <p:sldId id="1819" r:id="rId11"/>
    <p:sldId id="1820" r:id="rId12"/>
    <p:sldId id="1821" r:id="rId13"/>
    <p:sldId id="1796" r:id="rId14"/>
    <p:sldId id="1808" r:id="rId15"/>
    <p:sldId id="1798" r:id="rId16"/>
    <p:sldId id="1799" r:id="rId17"/>
    <p:sldId id="1800" r:id="rId18"/>
    <p:sldId id="1825" r:id="rId19"/>
    <p:sldId id="1826" r:id="rId20"/>
    <p:sldId id="1827" r:id="rId21"/>
    <p:sldId id="1828" r:id="rId22"/>
    <p:sldId id="1830" r:id="rId23"/>
    <p:sldId id="1831" r:id="rId24"/>
    <p:sldId id="1832" r:id="rId25"/>
  </p:sldIdLst>
  <p:sldSz cx="9906000" cy="6858000" type="A4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7" pos="1963" userDrawn="1">
          <p15:clr>
            <a:srgbClr val="F26B43"/>
          </p15:clr>
        </p15:guide>
        <p15:guide id="36" orient="horz" pos="867" userDrawn="1">
          <p15:clr>
            <a:srgbClr val="F26B43"/>
          </p15:clr>
        </p15:guide>
        <p15:guide id="37" orient="horz" pos="2137" userDrawn="1">
          <p15:clr>
            <a:srgbClr val="F26B43"/>
          </p15:clr>
        </p15:guide>
        <p15:guide id="39" pos="240" userDrawn="1">
          <p15:clr>
            <a:srgbClr val="F26B43"/>
          </p15:clr>
        </p15:guide>
        <p15:guide id="41" pos="3914" userDrawn="1">
          <p15:clr>
            <a:srgbClr val="F26B43"/>
          </p15:clr>
        </p15:guide>
        <p15:guide id="42" pos="1351" userDrawn="1">
          <p15:clr>
            <a:srgbClr val="F26B43"/>
          </p15:clr>
        </p15:guide>
        <p15:guide id="43" pos="2576" userDrawn="1">
          <p15:clr>
            <a:srgbClr val="F26B43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 userDrawn="1">
          <p15:clr>
            <a:srgbClr val="A4A3A4"/>
          </p15:clr>
        </p15:guide>
        <p15:guide id="2" pos="214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MOU" lastIdx="2" clrIdx="0">
    <p:extLst>
      <p:ext uri="{19B8F6BF-5375-455C-9EA6-DF929625EA0E}">
        <p15:presenceInfo xmlns:p15="http://schemas.microsoft.com/office/powerpoint/2012/main" userId="Microsoft Office 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70E8"/>
    <a:srgbClr val="BFBFBF"/>
    <a:srgbClr val="E2005B"/>
    <a:srgbClr val="CE483D"/>
    <a:srgbClr val="5E8E54"/>
    <a:srgbClr val="6E91AE"/>
    <a:srgbClr val="87BEE5"/>
    <a:srgbClr val="FDFDFD"/>
    <a:srgbClr val="F2F2F2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393" autoAdjust="0"/>
    <p:restoredTop sz="96255" autoAdjust="0"/>
  </p:normalViewPr>
  <p:slideViewPr>
    <p:cSldViewPr snapToGrid="0">
      <p:cViewPr varScale="1">
        <p:scale>
          <a:sx n="127" d="100"/>
          <a:sy n="127" d="100"/>
        </p:scale>
        <p:origin x="1962" y="126"/>
      </p:cViewPr>
      <p:guideLst>
        <p:guide pos="1963"/>
        <p:guide orient="horz" pos="867"/>
        <p:guide orient="horz" pos="2137"/>
        <p:guide pos="240"/>
        <p:guide pos="3914"/>
        <p:guide pos="1351"/>
        <p:guide pos="25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2514"/>
    </p:cViewPr>
  </p:sorterViewPr>
  <p:notesViewPr>
    <p:cSldViewPr snapToGrid="0">
      <p:cViewPr varScale="1">
        <p:scale>
          <a:sx n="116" d="100"/>
          <a:sy n="116" d="100"/>
        </p:scale>
        <p:origin x="3438" y="126"/>
      </p:cViewPr>
      <p:guideLst>
        <p:guide orient="horz" pos="3126"/>
        <p:guide pos="2140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commentAuthors" Target="commentAuthor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247" cy="496732"/>
          </a:xfrm>
          <a:prstGeom prst="rect">
            <a:avLst/>
          </a:prstGeom>
        </p:spPr>
        <p:txBody>
          <a:bodyPr vert="horz" lIns="92108" tIns="46054" rIns="92108" bIns="46054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826" y="0"/>
            <a:ext cx="2946246" cy="496732"/>
          </a:xfrm>
          <a:prstGeom prst="rect">
            <a:avLst/>
          </a:prstGeom>
        </p:spPr>
        <p:txBody>
          <a:bodyPr vert="horz" lIns="92108" tIns="46054" rIns="92108" bIns="46054" rtlCol="0"/>
          <a:lstStyle>
            <a:lvl1pPr algn="r">
              <a:defRPr sz="1200"/>
            </a:lvl1pPr>
          </a:lstStyle>
          <a:p>
            <a:fld id="{3F4ACBA2-68E7-4009-8464-D89F67891457}" type="datetimeFigureOut">
              <a:rPr lang="ko-KR" altLang="en-US" smtClean="0"/>
              <a:pPr/>
              <a:t>2025-08-05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8309"/>
            <a:ext cx="2946247" cy="496731"/>
          </a:xfrm>
          <a:prstGeom prst="rect">
            <a:avLst/>
          </a:prstGeom>
        </p:spPr>
        <p:txBody>
          <a:bodyPr vert="horz" lIns="92108" tIns="46054" rIns="92108" bIns="46054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826" y="9428309"/>
            <a:ext cx="2946246" cy="496731"/>
          </a:xfrm>
          <a:prstGeom prst="rect">
            <a:avLst/>
          </a:prstGeom>
        </p:spPr>
        <p:txBody>
          <a:bodyPr vert="horz" lIns="92108" tIns="46054" rIns="92108" bIns="46054" rtlCol="0" anchor="b"/>
          <a:lstStyle>
            <a:lvl1pPr algn="r">
              <a:defRPr sz="1200"/>
            </a:lvl1pPr>
          </a:lstStyle>
          <a:p>
            <a:fld id="{3DF8C061-A537-4CB1-8059-35BC65CF06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43428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247" cy="498328"/>
          </a:xfrm>
          <a:prstGeom prst="rect">
            <a:avLst/>
          </a:prstGeom>
        </p:spPr>
        <p:txBody>
          <a:bodyPr vert="horz" lIns="92108" tIns="46054" rIns="92108" bIns="46054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826" y="0"/>
            <a:ext cx="2946246" cy="498328"/>
          </a:xfrm>
          <a:prstGeom prst="rect">
            <a:avLst/>
          </a:prstGeom>
        </p:spPr>
        <p:txBody>
          <a:bodyPr vert="horz" lIns="92108" tIns="46054" rIns="92108" bIns="46054" rtlCol="0"/>
          <a:lstStyle>
            <a:lvl1pPr algn="r">
              <a:defRPr sz="1200"/>
            </a:lvl1pPr>
          </a:lstStyle>
          <a:p>
            <a:fld id="{D3315AF2-44ED-4C7B-A263-590A26FA5279}" type="datetimeFigureOut">
              <a:rPr lang="ko-KR" altLang="en-US" smtClean="0"/>
              <a:pPr/>
              <a:t>2025-08-05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79488" y="1241425"/>
            <a:ext cx="48387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108" tIns="46054" rIns="92108" bIns="46054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288" y="4777245"/>
            <a:ext cx="5439101" cy="3908363"/>
          </a:xfrm>
          <a:prstGeom prst="rect">
            <a:avLst/>
          </a:prstGeom>
        </p:spPr>
        <p:txBody>
          <a:bodyPr vert="horz" lIns="92108" tIns="46054" rIns="92108" bIns="46054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310"/>
            <a:ext cx="2946247" cy="498328"/>
          </a:xfrm>
          <a:prstGeom prst="rect">
            <a:avLst/>
          </a:prstGeom>
        </p:spPr>
        <p:txBody>
          <a:bodyPr vert="horz" lIns="92108" tIns="46054" rIns="92108" bIns="46054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826" y="9428310"/>
            <a:ext cx="2946246" cy="498328"/>
          </a:xfrm>
          <a:prstGeom prst="rect">
            <a:avLst/>
          </a:prstGeom>
        </p:spPr>
        <p:txBody>
          <a:bodyPr vert="horz" lIns="92108" tIns="46054" rIns="92108" bIns="46054" rtlCol="0" anchor="b"/>
          <a:lstStyle>
            <a:lvl1pPr algn="r">
              <a:defRPr sz="1200"/>
            </a:lvl1pPr>
          </a:lstStyle>
          <a:p>
            <a:fld id="{901EBCCE-B09C-4891-B7E2-9AB67517054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7585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1EBCCE-B09C-4891-B7E2-9AB675170546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17959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1EBCCE-B09C-4891-B7E2-9AB675170546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22885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1EBCCE-B09C-4891-B7E2-9AB675170546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91416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1EBCCE-B09C-4891-B7E2-9AB675170546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05395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1EBCCE-B09C-4891-B7E2-9AB675170546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05395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1EBCCE-B09C-4891-B7E2-9AB675170546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54903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1EBCCE-B09C-4891-B7E2-9AB675170546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21556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1EBCCE-B09C-4891-B7E2-9AB675170546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75339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1EBCCE-B09C-4891-B7E2-9AB675170546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34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456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1EBCCE-B09C-4891-B7E2-9AB675170546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10294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1EBCCE-B09C-4891-B7E2-9AB675170546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56601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1EBCCE-B09C-4891-B7E2-9AB675170546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88905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1EBCCE-B09C-4891-B7E2-9AB675170546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48908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1EBCCE-B09C-4891-B7E2-9AB675170546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96202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1EBCCE-B09C-4891-B7E2-9AB675170546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474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/>
          <p:cNvGrpSpPr/>
          <p:nvPr userDrawn="1"/>
        </p:nvGrpSpPr>
        <p:grpSpPr>
          <a:xfrm>
            <a:off x="0" y="3533775"/>
            <a:ext cx="9121898" cy="3324230"/>
            <a:chOff x="0" y="3248030"/>
            <a:chExt cx="9906000" cy="3609975"/>
          </a:xfrm>
        </p:grpSpPr>
        <p:pic>
          <p:nvPicPr>
            <p:cNvPr id="19" name="그림 18"/>
            <p:cNvPicPr>
              <a:picLocks noChangeAspect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3248030"/>
              <a:ext cx="9906000" cy="3609975"/>
            </a:xfrm>
            <a:prstGeom prst="rect">
              <a:avLst/>
            </a:prstGeom>
          </p:spPr>
        </p:pic>
        <p:sp>
          <p:nvSpPr>
            <p:cNvPr id="20" name="이등변 삼각형 19"/>
            <p:cNvSpPr/>
            <p:nvPr userDrawn="1"/>
          </p:nvSpPr>
          <p:spPr>
            <a:xfrm rot="16200000">
              <a:off x="2054627" y="4880132"/>
              <a:ext cx="580319" cy="541965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  <p:sp>
          <p:nvSpPr>
            <p:cNvPr id="21" name="이등변 삼각형 20"/>
            <p:cNvSpPr/>
            <p:nvPr userDrawn="1"/>
          </p:nvSpPr>
          <p:spPr>
            <a:xfrm rot="5400000">
              <a:off x="5714656" y="3290098"/>
              <a:ext cx="1096323" cy="1023864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rgbClr val="C00000"/>
                </a:solidFill>
                <a:latin typeface="+mn-ea"/>
              </a:endParaRPr>
            </a:p>
          </p:txBody>
        </p:sp>
      </p:grpSp>
      <p:sp>
        <p:nvSpPr>
          <p:cNvPr id="5" name="TextBox 4"/>
          <p:cNvSpPr txBox="1"/>
          <p:nvPr userDrawn="1"/>
        </p:nvSpPr>
        <p:spPr>
          <a:xfrm>
            <a:off x="176416" y="1106662"/>
            <a:ext cx="619080" cy="215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99" b="1" dirty="0">
                <a:solidFill>
                  <a:srgbClr val="909090"/>
                </a:solidFill>
                <a:latin typeface="맑은 고딕" panose="020B0503020000020004" pitchFamily="50" charset="-127"/>
                <a:ea typeface="+mj-ea"/>
                <a:cs typeface="Arial" pitchFamily="34" charset="0"/>
              </a:rPr>
              <a:t>PROJECT</a:t>
            </a:r>
            <a:endParaRPr lang="ko-KR" altLang="en-US" sz="799" b="1" dirty="0">
              <a:solidFill>
                <a:srgbClr val="909090"/>
              </a:solidFill>
              <a:latin typeface="맑은 고딕" panose="020B0503020000020004" pitchFamily="50" charset="-127"/>
              <a:ea typeface="+mj-ea"/>
              <a:cs typeface="Arial" pitchFamily="34" charset="0"/>
            </a:endParaRPr>
          </a:p>
        </p:txBody>
      </p:sp>
      <p:sp>
        <p:nvSpPr>
          <p:cNvPr id="6" name="TextBox 5"/>
          <p:cNvSpPr txBox="1"/>
          <p:nvPr userDrawn="1"/>
        </p:nvSpPr>
        <p:spPr>
          <a:xfrm>
            <a:off x="160940" y="1920097"/>
            <a:ext cx="607859" cy="215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99" b="1" dirty="0">
                <a:solidFill>
                  <a:srgbClr val="909090"/>
                </a:solidFill>
                <a:latin typeface="맑은 고딕" panose="020B0503020000020004" pitchFamily="50" charset="-127"/>
                <a:ea typeface="+mj-ea"/>
                <a:cs typeface="Arial" pitchFamily="34" charset="0"/>
              </a:rPr>
              <a:t>SUBJECT</a:t>
            </a:r>
            <a:endParaRPr lang="ko-KR" altLang="en-US" sz="799" b="1" dirty="0">
              <a:solidFill>
                <a:srgbClr val="909090"/>
              </a:solidFill>
              <a:latin typeface="맑은 고딕" panose="020B0503020000020004" pitchFamily="50" charset="-127"/>
              <a:ea typeface="+mj-ea"/>
              <a:cs typeface="Arial" pitchFamily="34" charset="0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181577" y="3254008"/>
            <a:ext cx="750526" cy="3382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99" b="1" dirty="0">
                <a:solidFill>
                  <a:srgbClr val="909090"/>
                </a:solidFill>
                <a:latin typeface="맑은 고딕" panose="020B0503020000020004" pitchFamily="50" charset="-127"/>
                <a:ea typeface="+mj-ea"/>
                <a:cs typeface="Arial" pitchFamily="34" charset="0"/>
              </a:rPr>
              <a:t>VERSION</a:t>
            </a:r>
            <a:r>
              <a:rPr lang="en-US" altLang="ko-KR" sz="799" b="1" baseline="0" dirty="0">
                <a:solidFill>
                  <a:srgbClr val="909090"/>
                </a:solidFill>
                <a:latin typeface="맑은 고딕" panose="020B0503020000020004" pitchFamily="50" charset="-127"/>
                <a:ea typeface="+mj-ea"/>
                <a:cs typeface="Arial" pitchFamily="34" charset="0"/>
              </a:rPr>
              <a:t> &amp;</a:t>
            </a:r>
          </a:p>
          <a:p>
            <a:r>
              <a:rPr lang="en-US" altLang="ko-KR" sz="799" b="1" baseline="0" dirty="0">
                <a:solidFill>
                  <a:srgbClr val="909090"/>
                </a:solidFill>
                <a:latin typeface="맑은 고딕" panose="020B0503020000020004" pitchFamily="50" charset="-127"/>
                <a:ea typeface="+mj-ea"/>
                <a:cs typeface="Arial" pitchFamily="34" charset="0"/>
              </a:rPr>
              <a:t>DATE</a:t>
            </a:r>
            <a:endParaRPr lang="ko-KR" altLang="en-US" sz="799" b="1" dirty="0">
              <a:solidFill>
                <a:srgbClr val="909090"/>
              </a:solidFill>
              <a:latin typeface="맑은 고딕" panose="020B0503020000020004" pitchFamily="50" charset="-127"/>
              <a:ea typeface="+mj-ea"/>
              <a:cs typeface="Arial" pitchFamily="34" charset="0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7934153" y="215475"/>
            <a:ext cx="1654620" cy="215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99" b="1" dirty="0">
                <a:solidFill>
                  <a:srgbClr val="909090"/>
                </a:solidFill>
                <a:latin typeface="맑은 고딕" panose="020B0503020000020004" pitchFamily="50" charset="-127"/>
                <a:ea typeface="+mj-ea"/>
                <a:cs typeface="Arial" pitchFamily="34" charset="0"/>
              </a:rPr>
              <a:t>YOUR CREATIVE PERSPECTIVE</a:t>
            </a:r>
            <a:endParaRPr lang="ko-KR" altLang="en-US" sz="799" b="1" dirty="0">
              <a:solidFill>
                <a:srgbClr val="909090"/>
              </a:solidFill>
              <a:latin typeface="맑은 고딕" panose="020B0503020000020004" pitchFamily="50" charset="-127"/>
              <a:ea typeface="+mj-ea"/>
              <a:cs typeface="Arial" pitchFamily="34" charset="0"/>
            </a:endParaRPr>
          </a:p>
        </p:txBody>
      </p: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556" y="172173"/>
            <a:ext cx="650081" cy="21717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8097" y="6520806"/>
            <a:ext cx="329743" cy="103618"/>
          </a:xfrm>
          <a:prstGeom prst="rect">
            <a:avLst/>
          </a:prstGeom>
        </p:spPr>
      </p:pic>
      <p:sp>
        <p:nvSpPr>
          <p:cNvPr id="11" name="TextBox 10"/>
          <p:cNvSpPr txBox="1"/>
          <p:nvPr userDrawn="1"/>
        </p:nvSpPr>
        <p:spPr>
          <a:xfrm>
            <a:off x="1164262" y="6144932"/>
            <a:ext cx="5737184" cy="536616"/>
          </a:xfrm>
          <a:prstGeom prst="rect">
            <a:avLst/>
          </a:prstGeom>
          <a:noFill/>
        </p:spPr>
        <p:txBody>
          <a:bodyPr wrap="square" lIns="104707" tIns="52353" rIns="104707" bIns="52353">
            <a:spAutoFit/>
          </a:bodyPr>
          <a:lstStyle/>
          <a:p>
            <a:pPr>
              <a:defRPr/>
            </a:pP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/>
              </a:rPr>
              <a:t>CONFIDENTIAL This material is proprietary to The J.</a:t>
            </a:r>
          </a:p>
          <a:p>
            <a:pPr>
              <a:defRPr/>
            </a:pP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/>
              </a:rPr>
              <a:t>It contains trade secrets and confidential information which is the property The J.</a:t>
            </a:r>
          </a:p>
          <a:p>
            <a:pPr>
              <a:defRPr/>
            </a:pP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/>
              </a:rPr>
              <a:t>This material shall not be used, reproduced, copied, disclosed, transmitted,</a:t>
            </a:r>
          </a:p>
          <a:p>
            <a:pPr>
              <a:defRPr/>
            </a:pP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/>
              </a:rPr>
              <a:t>in whole or in part, without the express consent The J.</a:t>
            </a:r>
          </a:p>
        </p:txBody>
      </p:sp>
    </p:spTree>
    <p:extLst>
      <p:ext uri="{BB962C8B-B14F-4D97-AF65-F5344CB8AC3E}">
        <p14:creationId xmlns:p14="http://schemas.microsoft.com/office/powerpoint/2010/main" val="4034892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248025"/>
            <a:ext cx="9906000" cy="3609975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979937" y="1389971"/>
            <a:ext cx="9685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/>
            <a:r>
              <a:rPr lang="en-US" altLang="ko-KR" sz="1100" b="1" spc="-50" dirty="0">
                <a:solidFill>
                  <a:schemeClr val="accent1"/>
                </a:solidFill>
                <a:latin typeface="맑은 고딕" panose="020B0503020000020004" pitchFamily="50" charset="-127"/>
                <a:ea typeface="+mj-ea"/>
                <a:cs typeface="Arial" pitchFamily="34" charset="0"/>
              </a:rPr>
              <a:t>THANK YOU</a:t>
            </a:r>
            <a:endParaRPr lang="ko-KR" altLang="en-US" sz="1100" b="1" spc="-50" dirty="0">
              <a:solidFill>
                <a:schemeClr val="accent1"/>
              </a:solidFill>
              <a:latin typeface="맑은 고딕" panose="020B0503020000020004" pitchFamily="50" charset="-127"/>
              <a:ea typeface="+mj-ea"/>
              <a:cs typeface="Arial" pitchFamily="34" charset="0"/>
            </a:endParaRPr>
          </a:p>
        </p:txBody>
      </p:sp>
      <p:sp>
        <p:nvSpPr>
          <p:cNvPr id="14" name="TextBox 13"/>
          <p:cNvSpPr txBox="1"/>
          <p:nvPr userDrawn="1"/>
        </p:nvSpPr>
        <p:spPr>
          <a:xfrm>
            <a:off x="979937" y="1719216"/>
            <a:ext cx="2661306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700" b="1" spc="-50" dirty="0">
                <a:solidFill>
                  <a:prstClr val="white">
                    <a:lumMod val="95000"/>
                  </a:prstClr>
                </a:solidFill>
                <a:latin typeface="맑은 고딕" pitchFamily="50" charset="-127"/>
                <a:cs typeface="Arial" pitchFamily="34" charset="0"/>
              </a:rPr>
              <a:t>the J &amp; Samsung</a:t>
            </a:r>
            <a:r>
              <a:rPr lang="en-US" altLang="ko-KR" sz="1700" b="1" spc="-50" baseline="0" dirty="0">
                <a:solidFill>
                  <a:prstClr val="white">
                    <a:lumMod val="95000"/>
                  </a:prstClr>
                </a:solidFill>
                <a:latin typeface="맑은 고딕" pitchFamily="50" charset="-127"/>
                <a:cs typeface="Arial" pitchFamily="34" charset="0"/>
              </a:rPr>
              <a:t> </a:t>
            </a:r>
            <a:r>
              <a:rPr lang="en-US" altLang="ko-KR" sz="1700" b="1" spc="-50" baseline="0" dirty="0" err="1">
                <a:solidFill>
                  <a:prstClr val="white">
                    <a:lumMod val="95000"/>
                  </a:prstClr>
                </a:solidFill>
                <a:latin typeface="맑은 고딕" pitchFamily="50" charset="-127"/>
                <a:cs typeface="Arial" pitchFamily="34" charset="0"/>
              </a:rPr>
              <a:t>Bioepis</a:t>
            </a:r>
            <a:endParaRPr lang="en-US" altLang="ko-KR" sz="1700" b="1" spc="-50" dirty="0">
              <a:solidFill>
                <a:prstClr val="white">
                  <a:lumMod val="95000"/>
                </a:prstClr>
              </a:solidFill>
              <a:latin typeface="맑은 고딕" pitchFamily="50" charset="-127"/>
              <a:cs typeface="Arial" pitchFamily="34" charset="0"/>
            </a:endParaRPr>
          </a:p>
        </p:txBody>
      </p:sp>
      <p:sp>
        <p:nvSpPr>
          <p:cNvPr id="5" name="이등변 삼각형 4"/>
          <p:cNvSpPr/>
          <p:nvPr userDrawn="1"/>
        </p:nvSpPr>
        <p:spPr>
          <a:xfrm rot="16200000">
            <a:off x="2054627" y="4880132"/>
            <a:ext cx="580319" cy="541965"/>
          </a:xfrm>
          <a:prstGeom prst="triangle">
            <a:avLst/>
          </a:prstGeom>
          <a:solidFill>
            <a:srgbClr val="3A3A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35442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_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1552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06_기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538596"/>
            <a:ext cx="9906000" cy="14400"/>
          </a:xfrm>
          <a:prstGeom prst="rect">
            <a:avLst/>
          </a:prstGeom>
          <a:solidFill>
            <a:srgbClr val="7777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latin typeface="맑은 고딕" panose="020B0503020000020004" pitchFamily="50" charset="-127"/>
            </a:endParaRPr>
          </a:p>
        </p:txBody>
      </p:sp>
      <p:sp>
        <p:nvSpPr>
          <p:cNvPr id="6" name="직사각형 5"/>
          <p:cNvSpPr/>
          <p:nvPr userDrawn="1"/>
        </p:nvSpPr>
        <p:spPr>
          <a:xfrm>
            <a:off x="0" y="6461800"/>
            <a:ext cx="9906000" cy="10800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latin typeface="맑은 고딕" panose="020B0503020000020004" pitchFamily="50" charset="-127"/>
            </a:endParaRPr>
          </a:p>
        </p:txBody>
      </p:sp>
      <p:sp>
        <p:nvSpPr>
          <p:cNvPr id="7" name="직사각형 6"/>
          <p:cNvSpPr/>
          <p:nvPr userDrawn="1"/>
        </p:nvSpPr>
        <p:spPr>
          <a:xfrm>
            <a:off x="0" y="6475812"/>
            <a:ext cx="9906000" cy="10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latin typeface="맑은 고딕" panose="020B0503020000020004" pitchFamily="50" charset="-127"/>
            </a:endParaRP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8097" y="6610747"/>
            <a:ext cx="329743" cy="103618"/>
          </a:xfrm>
          <a:prstGeom prst="rect">
            <a:avLst/>
          </a:prstGeom>
        </p:spPr>
      </p:pic>
      <p:sp>
        <p:nvSpPr>
          <p:cNvPr id="11" name="TextBox 10"/>
          <p:cNvSpPr txBox="1"/>
          <p:nvPr userDrawn="1"/>
        </p:nvSpPr>
        <p:spPr>
          <a:xfrm>
            <a:off x="9014391" y="6526940"/>
            <a:ext cx="4411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rgbClr val="909090"/>
                </a:solidFill>
                <a:latin typeface="맑은 고딕" panose="020B0503020000020004" pitchFamily="50" charset="-127"/>
                <a:ea typeface="+mj-ea"/>
                <a:cs typeface="Arial" pitchFamily="34" charset="0"/>
              </a:rPr>
              <a:t>page</a:t>
            </a:r>
            <a:endParaRPr lang="ko-KR" altLang="en-US" sz="900" dirty="0">
              <a:solidFill>
                <a:srgbClr val="909090"/>
              </a:solidFill>
              <a:latin typeface="맑은 고딕" panose="020B0503020000020004" pitchFamily="50" charset="-127"/>
              <a:ea typeface="+mj-ea"/>
              <a:cs typeface="Arial" pitchFamily="34" charset="0"/>
            </a:endParaRPr>
          </a:p>
        </p:txBody>
      </p:sp>
      <p:sp>
        <p:nvSpPr>
          <p:cNvPr id="12" name="슬라이드 번호 개체 틀 5"/>
          <p:cNvSpPr txBox="1">
            <a:spLocks/>
          </p:cNvSpPr>
          <p:nvPr userDrawn="1"/>
        </p:nvSpPr>
        <p:spPr>
          <a:xfrm>
            <a:off x="6239036" y="6526860"/>
            <a:ext cx="3571875" cy="250825"/>
          </a:xfrm>
          <a:prstGeom prst="rect">
            <a:avLst/>
          </a:prstGeom>
        </p:spPr>
        <p:txBody>
          <a:bodyPr anchor="ctr"/>
          <a:lstStyle>
            <a:lvl1pPr algn="l">
              <a:defRPr sz="1800">
                <a:solidFill>
                  <a:schemeClr val="bg1"/>
                </a:solidFill>
                <a:latin typeface="PF Din Text Cond Pro Medium" pitchFamily="2" charset="0"/>
                <a:ea typeface="Rix고딕 M" pitchFamily="18" charset="-127"/>
              </a:defRPr>
            </a:lvl1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50" charset="-127"/>
                <a:ea typeface="나눔고딕" pitchFamily="50" charset="-127"/>
              </a:rPr>
              <a:t> / </a:t>
            </a:r>
            <a:fld id="{93741137-C8C8-411D-8930-CFD24FDB5682}" type="slidenum">
              <a:rPr kumimoji="0" lang="ko-KR" altLang="en-US" sz="7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50" charset="-127"/>
                <a:ea typeface="나눔고딕" pitchFamily="50" charset="-127"/>
              </a:rPr>
              <a:t> 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223615" y="103584"/>
            <a:ext cx="9587296" cy="431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latin typeface="맑은 고딕" panose="020B0503020000020004" pitchFamily="50" charset="-127"/>
              </a:defRPr>
            </a:lvl1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04795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0_Defin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25391809"/>
              </p:ext>
            </p:extLst>
          </p:nvPr>
        </p:nvGraphicFramePr>
        <p:xfrm>
          <a:off x="103873" y="70695"/>
          <a:ext cx="9706753" cy="357360"/>
        </p:xfrm>
        <a:graphic>
          <a:graphicData uri="http://schemas.openxmlformats.org/drawingml/2006/table">
            <a:tbl>
              <a:tblPr firstRow="1" bandRow="1"/>
              <a:tblGrid>
                <a:gridCol w="19139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517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86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72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4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09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65898">
                <a:tc rowSpan="2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Screen Definition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kern="1200" dirty="0">
                        <a:solidFill>
                          <a:schemeClr val="tx1"/>
                        </a:solidFill>
                        <a:latin typeface="+mn-ea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2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itchFamily="50" charset="-127"/>
                        </a:rPr>
                        <a:t>Page ID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latinLnBrk="1"/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Date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254">
                <a:tc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600" b="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en-US" altLang="ko-KR" sz="6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Writer</a:t>
                      </a:r>
                      <a:endParaRPr lang="ko-KR" altLang="en-US" sz="6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텍스트 개체 틀 12"/>
          <p:cNvSpPr>
            <a:spLocks noGrp="1"/>
          </p:cNvSpPr>
          <p:nvPr>
            <p:ph type="body" sz="quarter" idx="11"/>
          </p:nvPr>
        </p:nvSpPr>
        <p:spPr>
          <a:xfrm>
            <a:off x="2090420" y="164781"/>
            <a:ext cx="5487670" cy="1691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000">
                <a:solidFill>
                  <a:schemeClr val="tx1"/>
                </a:solidFill>
                <a:latin typeface="맑은 고딕" panose="020B0503020000020004" pitchFamily="50" charset="-127"/>
              </a:defRPr>
            </a:lvl1pPr>
            <a:lvl2pPr marL="457197" indent="0">
              <a:buFontTx/>
              <a:buNone/>
              <a:defRPr sz="900"/>
            </a:lvl2pPr>
            <a:lvl3pPr marL="914394" indent="0">
              <a:buFontTx/>
              <a:buNone/>
              <a:defRPr sz="900"/>
            </a:lvl3pPr>
            <a:lvl4pPr marL="1371592" indent="0">
              <a:buFontTx/>
              <a:buNone/>
              <a:defRPr sz="900"/>
            </a:lvl4pPr>
            <a:lvl5pPr marL="1828789" indent="0">
              <a:buFontTx/>
              <a:buNone/>
              <a:defRPr sz="9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373288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1_P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 userDrawn="1"/>
        </p:nvSpPr>
        <p:spPr>
          <a:xfrm>
            <a:off x="5601498" y="513802"/>
            <a:ext cx="898131" cy="18466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altLang="ko-KR" sz="1200" b="1" dirty="0">
                <a:solidFill>
                  <a:schemeClr val="tx1"/>
                </a:solidFill>
                <a:latin typeface="+mn-ea"/>
                <a:ea typeface="+mn-ea"/>
              </a:rPr>
              <a:t>Page</a:t>
            </a:r>
            <a:r>
              <a:rPr lang="en-US" altLang="ko-KR" sz="1200" b="1" baseline="0" dirty="0">
                <a:solidFill>
                  <a:schemeClr val="tx1"/>
                </a:solidFill>
                <a:latin typeface="+mn-ea"/>
                <a:ea typeface="+mn-ea"/>
              </a:rPr>
              <a:t> Layout</a:t>
            </a:r>
            <a:endParaRPr lang="ko-KR" altLang="en-US" sz="800" b="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6" name="직사각형 5"/>
          <p:cNvSpPr/>
          <p:nvPr userDrawn="1"/>
        </p:nvSpPr>
        <p:spPr>
          <a:xfrm>
            <a:off x="103632" y="507408"/>
            <a:ext cx="363160" cy="327265"/>
          </a:xfrm>
          <a:prstGeom prst="rect">
            <a:avLst/>
          </a:prstGeom>
          <a:noFill/>
          <a:ln w="6350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latin typeface="맑은 고딕" panose="020B0503020000020004" pitchFamily="50" charset="-127"/>
            </a:endParaRPr>
          </a:p>
        </p:txBody>
      </p:sp>
      <p:sp>
        <p:nvSpPr>
          <p:cNvPr id="7" name="직사각형 6"/>
          <p:cNvSpPr/>
          <p:nvPr userDrawn="1"/>
        </p:nvSpPr>
        <p:spPr>
          <a:xfrm>
            <a:off x="106166" y="513802"/>
            <a:ext cx="424570" cy="327265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latin typeface="맑은 고딕" panose="020B0503020000020004" pitchFamily="50" charset="-127"/>
            </a:endParaRP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5390484" y="507408"/>
            <a:ext cx="0" cy="583584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텍스트 개체 틀 12"/>
          <p:cNvSpPr>
            <a:spLocks noGrp="1"/>
          </p:cNvSpPr>
          <p:nvPr>
            <p:ph type="body" sz="quarter" idx="10"/>
          </p:nvPr>
        </p:nvSpPr>
        <p:spPr>
          <a:xfrm>
            <a:off x="5601498" y="784215"/>
            <a:ext cx="4204878" cy="555903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</a:defRPr>
            </a:lvl1pPr>
            <a:lvl2pPr marL="457197" indent="0">
              <a:buFontTx/>
              <a:buNone/>
              <a:defRPr sz="900"/>
            </a:lvl2pPr>
            <a:lvl3pPr marL="914394" indent="0">
              <a:buFontTx/>
              <a:buNone/>
              <a:defRPr sz="900"/>
            </a:lvl3pPr>
            <a:lvl4pPr marL="1371592" indent="0">
              <a:buFontTx/>
              <a:buNone/>
              <a:defRPr sz="900"/>
            </a:lvl4pPr>
            <a:lvl5pPr marL="1828789" indent="0">
              <a:buFontTx/>
              <a:buNone/>
              <a:defRPr sz="9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900405" y="554323"/>
            <a:ext cx="1905971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altLang="ko-KR" sz="800" b="0">
                <a:solidFill>
                  <a:srgbClr val="FF0000"/>
                </a:solidFill>
                <a:latin typeface="+mj-ea"/>
              </a:rPr>
              <a:t>* </a:t>
            </a:r>
            <a:r>
              <a:rPr lang="ko-KR" altLang="en-US" sz="800" b="0" dirty="0">
                <a:solidFill>
                  <a:srgbClr val="FF0000"/>
                </a:solidFill>
                <a:latin typeface="+mj-ea"/>
              </a:rPr>
              <a:t>부분별 상세 내용은 다음 슬라이드 참고</a:t>
            </a:r>
          </a:p>
        </p:txBody>
      </p:sp>
      <p:graphicFrame>
        <p:nvGraphicFramePr>
          <p:cNvPr id="16" name="표 15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251263372"/>
              </p:ext>
            </p:extLst>
          </p:nvPr>
        </p:nvGraphicFramePr>
        <p:xfrm>
          <a:off x="103873" y="70695"/>
          <a:ext cx="9706753" cy="357360"/>
        </p:xfrm>
        <a:graphic>
          <a:graphicData uri="http://schemas.openxmlformats.org/drawingml/2006/table">
            <a:tbl>
              <a:tblPr firstRow="1" bandRow="1"/>
              <a:tblGrid>
                <a:gridCol w="19139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517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86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72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4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09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65898">
                <a:tc rowSpan="2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Screen Definition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kern="1200" dirty="0">
                        <a:solidFill>
                          <a:schemeClr val="tx1"/>
                        </a:solidFill>
                        <a:latin typeface="+mn-ea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2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itchFamily="50" charset="-127"/>
                        </a:rPr>
                        <a:t>Page ID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latinLnBrk="1"/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Date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254">
                <a:tc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600" b="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en-US" altLang="ko-KR" sz="6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Writer</a:t>
                      </a:r>
                      <a:endParaRPr lang="ko-KR" altLang="en-US" sz="6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2491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3_N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직사각형 65"/>
          <p:cNvSpPr/>
          <p:nvPr userDrawn="1"/>
        </p:nvSpPr>
        <p:spPr>
          <a:xfrm>
            <a:off x="103632" y="560243"/>
            <a:ext cx="6089904" cy="5861310"/>
          </a:xfrm>
          <a:prstGeom prst="rect">
            <a:avLst/>
          </a:prstGeom>
          <a:noFill/>
          <a:ln w="6350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latin typeface="맑은 고딕" panose="020B0503020000020004" pitchFamily="50" charset="-127"/>
            </a:endParaRPr>
          </a:p>
        </p:txBody>
      </p:sp>
      <p:graphicFrame>
        <p:nvGraphicFramePr>
          <p:cNvPr id="63" name="표 62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141234987"/>
              </p:ext>
            </p:extLst>
          </p:nvPr>
        </p:nvGraphicFramePr>
        <p:xfrm>
          <a:off x="103873" y="70695"/>
          <a:ext cx="9706753" cy="357360"/>
        </p:xfrm>
        <a:graphic>
          <a:graphicData uri="http://schemas.openxmlformats.org/drawingml/2006/table">
            <a:tbl>
              <a:tblPr firstRow="1" bandRow="1"/>
              <a:tblGrid>
                <a:gridCol w="19139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517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86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72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4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09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65898">
                <a:tc rowSpan="2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Screen Definition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kern="1200" dirty="0">
                        <a:solidFill>
                          <a:schemeClr val="tx1"/>
                        </a:solidFill>
                        <a:latin typeface="+mn-ea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2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itchFamily="50" charset="-127"/>
                        </a:rPr>
                        <a:t>Page ID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latinLnBrk="1"/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Date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254">
                <a:tc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600" b="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en-US" altLang="ko-KR" sz="6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Writer</a:t>
                      </a:r>
                      <a:endParaRPr lang="ko-KR" altLang="en-US" sz="6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7" name="텍스트 개체 틀 12"/>
          <p:cNvSpPr>
            <a:spLocks noGrp="1"/>
          </p:cNvSpPr>
          <p:nvPr>
            <p:ph type="body" sz="quarter" idx="11"/>
          </p:nvPr>
        </p:nvSpPr>
        <p:spPr>
          <a:xfrm>
            <a:off x="2090420" y="164781"/>
            <a:ext cx="5487670" cy="1691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000">
                <a:solidFill>
                  <a:schemeClr val="tx1"/>
                </a:solidFill>
                <a:latin typeface="맑은 고딕" panose="020B0503020000020004" pitchFamily="50" charset="-127"/>
              </a:defRPr>
            </a:lvl1pPr>
            <a:lvl2pPr marL="457197" indent="0">
              <a:buFontTx/>
              <a:buNone/>
              <a:defRPr sz="900"/>
            </a:lvl2pPr>
            <a:lvl3pPr marL="914394" indent="0">
              <a:buFontTx/>
              <a:buNone/>
              <a:defRPr sz="900"/>
            </a:lvl3pPr>
            <a:lvl4pPr marL="1371592" indent="0">
              <a:buFontTx/>
              <a:buNone/>
              <a:defRPr sz="900"/>
            </a:lvl4pPr>
            <a:lvl5pPr marL="1828789" indent="0">
              <a:buFontTx/>
              <a:buNone/>
              <a:defRPr sz="9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55837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0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직사각형 65"/>
          <p:cNvSpPr/>
          <p:nvPr userDrawn="1"/>
        </p:nvSpPr>
        <p:spPr>
          <a:xfrm>
            <a:off x="103632" y="249379"/>
            <a:ext cx="6089904" cy="6172173"/>
          </a:xfrm>
          <a:prstGeom prst="rect">
            <a:avLst/>
          </a:prstGeom>
          <a:noFill/>
          <a:ln w="6350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35059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N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직사각형 65"/>
          <p:cNvSpPr/>
          <p:nvPr userDrawn="1"/>
        </p:nvSpPr>
        <p:spPr>
          <a:xfrm>
            <a:off x="103632" y="560243"/>
            <a:ext cx="6089904" cy="5861310"/>
          </a:xfrm>
          <a:prstGeom prst="rect">
            <a:avLst/>
          </a:prstGeom>
          <a:noFill/>
          <a:ln w="6350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latin typeface="맑은 고딕" panose="020B0503020000020004" pitchFamily="50" charset="-127"/>
            </a:endParaRPr>
          </a:p>
        </p:txBody>
      </p:sp>
      <p:grpSp>
        <p:nvGrpSpPr>
          <p:cNvPr id="62" name="그룹 61"/>
          <p:cNvGrpSpPr/>
          <p:nvPr userDrawn="1"/>
        </p:nvGrpSpPr>
        <p:grpSpPr>
          <a:xfrm>
            <a:off x="99623" y="6238906"/>
            <a:ext cx="6113309" cy="314140"/>
            <a:chOff x="99623" y="3866011"/>
            <a:chExt cx="6113309" cy="314140"/>
          </a:xfrm>
        </p:grpSpPr>
        <p:sp>
          <p:nvSpPr>
            <p:cNvPr id="60" name="직사각형 59"/>
            <p:cNvSpPr/>
            <p:nvPr userDrawn="1"/>
          </p:nvSpPr>
          <p:spPr>
            <a:xfrm>
              <a:off x="99623" y="3986089"/>
              <a:ext cx="6113309" cy="7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latin typeface="맑은 고딕" panose="020B0503020000020004" pitchFamily="50" charset="-127"/>
              </a:endParaRPr>
            </a:p>
          </p:txBody>
        </p:sp>
        <p:sp>
          <p:nvSpPr>
            <p:cNvPr id="2" name="원호 1"/>
            <p:cNvSpPr/>
            <p:nvPr userDrawn="1"/>
          </p:nvSpPr>
          <p:spPr>
            <a:xfrm rot="18900000">
              <a:off x="99623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7" name="원호 6"/>
            <p:cNvSpPr/>
            <p:nvPr userDrawn="1"/>
          </p:nvSpPr>
          <p:spPr>
            <a:xfrm rot="8100000">
              <a:off x="223992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8" name="원호 7"/>
            <p:cNvSpPr/>
            <p:nvPr userDrawn="1"/>
          </p:nvSpPr>
          <p:spPr>
            <a:xfrm rot="18900000">
              <a:off x="352652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9" name="원호 8"/>
            <p:cNvSpPr/>
            <p:nvPr userDrawn="1"/>
          </p:nvSpPr>
          <p:spPr>
            <a:xfrm rot="8100000">
              <a:off x="477021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10" name="원호 9"/>
            <p:cNvSpPr/>
            <p:nvPr userDrawn="1"/>
          </p:nvSpPr>
          <p:spPr>
            <a:xfrm rot="18900000">
              <a:off x="601317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11" name="원호 10"/>
            <p:cNvSpPr/>
            <p:nvPr userDrawn="1"/>
          </p:nvSpPr>
          <p:spPr>
            <a:xfrm rot="8100000">
              <a:off x="725687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12" name="원호 11"/>
            <p:cNvSpPr/>
            <p:nvPr userDrawn="1"/>
          </p:nvSpPr>
          <p:spPr>
            <a:xfrm rot="18900000">
              <a:off x="854346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13" name="원호 12"/>
            <p:cNvSpPr/>
            <p:nvPr userDrawn="1"/>
          </p:nvSpPr>
          <p:spPr>
            <a:xfrm rot="8100000">
              <a:off x="978715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18" name="원호 17"/>
            <p:cNvSpPr/>
            <p:nvPr userDrawn="1"/>
          </p:nvSpPr>
          <p:spPr>
            <a:xfrm rot="18900000">
              <a:off x="1101979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19" name="원호 18"/>
            <p:cNvSpPr/>
            <p:nvPr userDrawn="1"/>
          </p:nvSpPr>
          <p:spPr>
            <a:xfrm rot="8100000">
              <a:off x="1226349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20" name="원호 19"/>
            <p:cNvSpPr/>
            <p:nvPr userDrawn="1"/>
          </p:nvSpPr>
          <p:spPr>
            <a:xfrm rot="18900000">
              <a:off x="1355008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21" name="원호 20"/>
            <p:cNvSpPr/>
            <p:nvPr userDrawn="1"/>
          </p:nvSpPr>
          <p:spPr>
            <a:xfrm rot="8100000">
              <a:off x="1479378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22" name="원호 21"/>
            <p:cNvSpPr/>
            <p:nvPr userDrawn="1"/>
          </p:nvSpPr>
          <p:spPr>
            <a:xfrm rot="18900000">
              <a:off x="1603673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23" name="원호 22"/>
            <p:cNvSpPr/>
            <p:nvPr userDrawn="1"/>
          </p:nvSpPr>
          <p:spPr>
            <a:xfrm rot="8100000">
              <a:off x="1728043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24" name="원호 23"/>
            <p:cNvSpPr/>
            <p:nvPr userDrawn="1"/>
          </p:nvSpPr>
          <p:spPr>
            <a:xfrm rot="18900000">
              <a:off x="1856702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25" name="원호 24"/>
            <p:cNvSpPr/>
            <p:nvPr userDrawn="1"/>
          </p:nvSpPr>
          <p:spPr>
            <a:xfrm rot="8100000">
              <a:off x="1981072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26" name="원호 25"/>
            <p:cNvSpPr/>
            <p:nvPr userDrawn="1"/>
          </p:nvSpPr>
          <p:spPr>
            <a:xfrm rot="18900000">
              <a:off x="2108181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27" name="원호 26"/>
            <p:cNvSpPr/>
            <p:nvPr userDrawn="1"/>
          </p:nvSpPr>
          <p:spPr>
            <a:xfrm rot="8100000">
              <a:off x="2232550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28" name="원호 27"/>
            <p:cNvSpPr/>
            <p:nvPr userDrawn="1"/>
          </p:nvSpPr>
          <p:spPr>
            <a:xfrm rot="18900000">
              <a:off x="2361210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29" name="원호 28"/>
            <p:cNvSpPr/>
            <p:nvPr userDrawn="1"/>
          </p:nvSpPr>
          <p:spPr>
            <a:xfrm rot="8100000">
              <a:off x="2485579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30" name="원호 29"/>
            <p:cNvSpPr/>
            <p:nvPr userDrawn="1"/>
          </p:nvSpPr>
          <p:spPr>
            <a:xfrm rot="18900000">
              <a:off x="2609876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31" name="원호 30"/>
            <p:cNvSpPr/>
            <p:nvPr userDrawn="1"/>
          </p:nvSpPr>
          <p:spPr>
            <a:xfrm rot="8100000">
              <a:off x="2734245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32" name="원호 31"/>
            <p:cNvSpPr/>
            <p:nvPr userDrawn="1"/>
          </p:nvSpPr>
          <p:spPr>
            <a:xfrm rot="18900000">
              <a:off x="2862904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33" name="원호 32"/>
            <p:cNvSpPr/>
            <p:nvPr userDrawn="1"/>
          </p:nvSpPr>
          <p:spPr>
            <a:xfrm rot="8100000">
              <a:off x="2987273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34" name="원호 33"/>
            <p:cNvSpPr/>
            <p:nvPr userDrawn="1"/>
          </p:nvSpPr>
          <p:spPr>
            <a:xfrm rot="18900000">
              <a:off x="3110537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35" name="원호 34"/>
            <p:cNvSpPr/>
            <p:nvPr userDrawn="1"/>
          </p:nvSpPr>
          <p:spPr>
            <a:xfrm rot="8100000">
              <a:off x="3234906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36" name="원호 35"/>
            <p:cNvSpPr/>
            <p:nvPr userDrawn="1"/>
          </p:nvSpPr>
          <p:spPr>
            <a:xfrm rot="18900000">
              <a:off x="3363566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37" name="원호 36"/>
            <p:cNvSpPr/>
            <p:nvPr userDrawn="1"/>
          </p:nvSpPr>
          <p:spPr>
            <a:xfrm rot="8100000">
              <a:off x="3487935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38" name="원호 37"/>
            <p:cNvSpPr/>
            <p:nvPr userDrawn="1"/>
          </p:nvSpPr>
          <p:spPr>
            <a:xfrm rot="18900000">
              <a:off x="3612231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39" name="원호 38"/>
            <p:cNvSpPr/>
            <p:nvPr userDrawn="1"/>
          </p:nvSpPr>
          <p:spPr>
            <a:xfrm rot="8100000">
              <a:off x="3736600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40" name="원호 39"/>
            <p:cNvSpPr/>
            <p:nvPr userDrawn="1"/>
          </p:nvSpPr>
          <p:spPr>
            <a:xfrm rot="18900000">
              <a:off x="3865260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41" name="원호 40"/>
            <p:cNvSpPr/>
            <p:nvPr userDrawn="1"/>
          </p:nvSpPr>
          <p:spPr>
            <a:xfrm rot="8100000">
              <a:off x="3989629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43" name="원호 42"/>
            <p:cNvSpPr/>
            <p:nvPr userDrawn="1"/>
          </p:nvSpPr>
          <p:spPr>
            <a:xfrm rot="18900000">
              <a:off x="4111847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44" name="원호 43"/>
            <p:cNvSpPr/>
            <p:nvPr userDrawn="1"/>
          </p:nvSpPr>
          <p:spPr>
            <a:xfrm rot="8100000">
              <a:off x="4236216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45" name="원호 44"/>
            <p:cNvSpPr/>
            <p:nvPr userDrawn="1"/>
          </p:nvSpPr>
          <p:spPr>
            <a:xfrm rot="18900000">
              <a:off x="4364876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46" name="원호 45"/>
            <p:cNvSpPr/>
            <p:nvPr userDrawn="1"/>
          </p:nvSpPr>
          <p:spPr>
            <a:xfrm rot="8100000">
              <a:off x="4489245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47" name="원호 46"/>
            <p:cNvSpPr/>
            <p:nvPr userDrawn="1"/>
          </p:nvSpPr>
          <p:spPr>
            <a:xfrm rot="18900000">
              <a:off x="4613542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48" name="원호 47"/>
            <p:cNvSpPr/>
            <p:nvPr userDrawn="1"/>
          </p:nvSpPr>
          <p:spPr>
            <a:xfrm rot="8100000">
              <a:off x="4737911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49" name="원호 48"/>
            <p:cNvSpPr/>
            <p:nvPr userDrawn="1"/>
          </p:nvSpPr>
          <p:spPr>
            <a:xfrm rot="18900000">
              <a:off x="4866570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50" name="원호 49"/>
            <p:cNvSpPr/>
            <p:nvPr userDrawn="1"/>
          </p:nvSpPr>
          <p:spPr>
            <a:xfrm rot="8100000">
              <a:off x="4990939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51" name="원호 50"/>
            <p:cNvSpPr/>
            <p:nvPr userDrawn="1"/>
          </p:nvSpPr>
          <p:spPr>
            <a:xfrm rot="18900000">
              <a:off x="5114203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52" name="원호 51"/>
            <p:cNvSpPr/>
            <p:nvPr userDrawn="1"/>
          </p:nvSpPr>
          <p:spPr>
            <a:xfrm rot="8100000">
              <a:off x="5238573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53" name="원호 52"/>
            <p:cNvSpPr/>
            <p:nvPr userDrawn="1"/>
          </p:nvSpPr>
          <p:spPr>
            <a:xfrm rot="18900000">
              <a:off x="5367232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54" name="원호 53"/>
            <p:cNvSpPr/>
            <p:nvPr userDrawn="1"/>
          </p:nvSpPr>
          <p:spPr>
            <a:xfrm rot="8100000">
              <a:off x="5491602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55" name="원호 54"/>
            <p:cNvSpPr/>
            <p:nvPr userDrawn="1"/>
          </p:nvSpPr>
          <p:spPr>
            <a:xfrm rot="18900000">
              <a:off x="5615897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56" name="원호 55"/>
            <p:cNvSpPr/>
            <p:nvPr userDrawn="1"/>
          </p:nvSpPr>
          <p:spPr>
            <a:xfrm rot="8100000">
              <a:off x="5740266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57" name="원호 56"/>
            <p:cNvSpPr/>
            <p:nvPr userDrawn="1"/>
          </p:nvSpPr>
          <p:spPr>
            <a:xfrm rot="18900000">
              <a:off x="5868926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58" name="원호 57"/>
            <p:cNvSpPr/>
            <p:nvPr userDrawn="1"/>
          </p:nvSpPr>
          <p:spPr>
            <a:xfrm rot="8100000">
              <a:off x="5993296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</p:grpSp>
      <p:graphicFrame>
        <p:nvGraphicFramePr>
          <p:cNvPr id="63" name="표 62"/>
          <p:cNvGraphicFramePr>
            <a:graphicFrameLocks noGrp="1"/>
          </p:cNvGraphicFramePr>
          <p:nvPr userDrawn="1"/>
        </p:nvGraphicFramePr>
        <p:xfrm>
          <a:off x="103873" y="70695"/>
          <a:ext cx="9706753" cy="357360"/>
        </p:xfrm>
        <a:graphic>
          <a:graphicData uri="http://schemas.openxmlformats.org/drawingml/2006/table">
            <a:tbl>
              <a:tblPr firstRow="1" bandRow="1"/>
              <a:tblGrid>
                <a:gridCol w="19139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517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86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72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4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09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65898">
                <a:tc rowSpan="2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Screen Definition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kern="1200" dirty="0">
                        <a:solidFill>
                          <a:schemeClr val="tx1"/>
                        </a:solidFill>
                        <a:latin typeface="+mn-ea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2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itchFamily="50" charset="-127"/>
                        </a:rPr>
                        <a:t>Page ID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latinLnBrk="1"/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Date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254">
                <a:tc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600" b="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en-US" altLang="ko-KR" sz="6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Writer</a:t>
                      </a:r>
                      <a:endParaRPr lang="ko-KR" altLang="en-US" sz="6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7" name="텍스트 개체 틀 12"/>
          <p:cNvSpPr>
            <a:spLocks noGrp="1"/>
          </p:cNvSpPr>
          <p:nvPr>
            <p:ph type="body" sz="quarter" idx="11"/>
          </p:nvPr>
        </p:nvSpPr>
        <p:spPr>
          <a:xfrm>
            <a:off x="2090420" y="164781"/>
            <a:ext cx="5487670" cy="1691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000">
                <a:solidFill>
                  <a:schemeClr val="tx1"/>
                </a:solidFill>
                <a:latin typeface="맑은 고딕" panose="020B0503020000020004" pitchFamily="50" charset="-127"/>
              </a:defRPr>
            </a:lvl1pPr>
            <a:lvl2pPr marL="457197" indent="0">
              <a:buFontTx/>
              <a:buNone/>
              <a:defRPr sz="900"/>
            </a:lvl2pPr>
            <a:lvl3pPr marL="914394" indent="0">
              <a:buFontTx/>
              <a:buNone/>
              <a:defRPr sz="900"/>
            </a:lvl3pPr>
            <a:lvl4pPr marL="1371592" indent="0">
              <a:buFontTx/>
              <a:buNone/>
              <a:defRPr sz="900"/>
            </a:lvl4pPr>
            <a:lvl5pPr marL="1828789" indent="0">
              <a:buFontTx/>
              <a:buNone/>
              <a:defRPr sz="9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270998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4_Pre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>
          <a:xfrm>
            <a:off x="103632" y="174012"/>
            <a:ext cx="6089904" cy="6247540"/>
          </a:xfrm>
          <a:prstGeom prst="rect">
            <a:avLst/>
          </a:prstGeom>
          <a:noFill/>
          <a:ln w="6350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latin typeface="맑은 고딕" panose="020B0503020000020004" pitchFamily="50" charset="-127"/>
            </a:endParaRPr>
          </a:p>
        </p:txBody>
      </p:sp>
      <p:grpSp>
        <p:nvGrpSpPr>
          <p:cNvPr id="5" name="그룹 4"/>
          <p:cNvGrpSpPr/>
          <p:nvPr userDrawn="1"/>
        </p:nvGrpSpPr>
        <p:grpSpPr>
          <a:xfrm>
            <a:off x="99623" y="53934"/>
            <a:ext cx="6113309" cy="314140"/>
            <a:chOff x="99623" y="3866011"/>
            <a:chExt cx="6113309" cy="314140"/>
          </a:xfrm>
        </p:grpSpPr>
        <p:sp>
          <p:nvSpPr>
            <p:cNvPr id="6" name="직사각형 5"/>
            <p:cNvSpPr/>
            <p:nvPr userDrawn="1"/>
          </p:nvSpPr>
          <p:spPr>
            <a:xfrm>
              <a:off x="99623" y="3986089"/>
              <a:ext cx="6113309" cy="7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latin typeface="맑은 고딕" panose="020B0503020000020004" pitchFamily="50" charset="-127"/>
              </a:endParaRPr>
            </a:p>
          </p:txBody>
        </p:sp>
        <p:sp>
          <p:nvSpPr>
            <p:cNvPr id="7" name="원호 6"/>
            <p:cNvSpPr/>
            <p:nvPr userDrawn="1"/>
          </p:nvSpPr>
          <p:spPr>
            <a:xfrm rot="18900000">
              <a:off x="99623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8" name="원호 7"/>
            <p:cNvSpPr/>
            <p:nvPr userDrawn="1"/>
          </p:nvSpPr>
          <p:spPr>
            <a:xfrm rot="8100000">
              <a:off x="223992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9" name="원호 8"/>
            <p:cNvSpPr/>
            <p:nvPr userDrawn="1"/>
          </p:nvSpPr>
          <p:spPr>
            <a:xfrm rot="18900000">
              <a:off x="352652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10" name="원호 9"/>
            <p:cNvSpPr/>
            <p:nvPr userDrawn="1"/>
          </p:nvSpPr>
          <p:spPr>
            <a:xfrm rot="8100000">
              <a:off x="477021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11" name="원호 10"/>
            <p:cNvSpPr/>
            <p:nvPr userDrawn="1"/>
          </p:nvSpPr>
          <p:spPr>
            <a:xfrm rot="18900000">
              <a:off x="601317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12" name="원호 11"/>
            <p:cNvSpPr/>
            <p:nvPr userDrawn="1"/>
          </p:nvSpPr>
          <p:spPr>
            <a:xfrm rot="8100000">
              <a:off x="725687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13" name="원호 12"/>
            <p:cNvSpPr/>
            <p:nvPr userDrawn="1"/>
          </p:nvSpPr>
          <p:spPr>
            <a:xfrm rot="18900000">
              <a:off x="854346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14" name="원호 13"/>
            <p:cNvSpPr/>
            <p:nvPr userDrawn="1"/>
          </p:nvSpPr>
          <p:spPr>
            <a:xfrm rot="8100000">
              <a:off x="978715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15" name="원호 14"/>
            <p:cNvSpPr/>
            <p:nvPr userDrawn="1"/>
          </p:nvSpPr>
          <p:spPr>
            <a:xfrm rot="18900000">
              <a:off x="1101979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16" name="원호 15"/>
            <p:cNvSpPr/>
            <p:nvPr userDrawn="1"/>
          </p:nvSpPr>
          <p:spPr>
            <a:xfrm rot="8100000">
              <a:off x="1226349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17" name="원호 16"/>
            <p:cNvSpPr/>
            <p:nvPr userDrawn="1"/>
          </p:nvSpPr>
          <p:spPr>
            <a:xfrm rot="18900000">
              <a:off x="1355008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18" name="원호 17"/>
            <p:cNvSpPr/>
            <p:nvPr userDrawn="1"/>
          </p:nvSpPr>
          <p:spPr>
            <a:xfrm rot="8100000">
              <a:off x="1479378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19" name="원호 18"/>
            <p:cNvSpPr/>
            <p:nvPr userDrawn="1"/>
          </p:nvSpPr>
          <p:spPr>
            <a:xfrm rot="18900000">
              <a:off x="1603673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20" name="원호 19"/>
            <p:cNvSpPr/>
            <p:nvPr userDrawn="1"/>
          </p:nvSpPr>
          <p:spPr>
            <a:xfrm rot="8100000">
              <a:off x="1728043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21" name="원호 20"/>
            <p:cNvSpPr/>
            <p:nvPr userDrawn="1"/>
          </p:nvSpPr>
          <p:spPr>
            <a:xfrm rot="18900000">
              <a:off x="1856702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22" name="원호 21"/>
            <p:cNvSpPr/>
            <p:nvPr userDrawn="1"/>
          </p:nvSpPr>
          <p:spPr>
            <a:xfrm rot="8100000">
              <a:off x="1981072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23" name="원호 22"/>
            <p:cNvSpPr/>
            <p:nvPr userDrawn="1"/>
          </p:nvSpPr>
          <p:spPr>
            <a:xfrm rot="18900000">
              <a:off x="2108181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24" name="원호 23"/>
            <p:cNvSpPr/>
            <p:nvPr userDrawn="1"/>
          </p:nvSpPr>
          <p:spPr>
            <a:xfrm rot="8100000">
              <a:off x="2232550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25" name="원호 24"/>
            <p:cNvSpPr/>
            <p:nvPr userDrawn="1"/>
          </p:nvSpPr>
          <p:spPr>
            <a:xfrm rot="18900000">
              <a:off x="2361210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26" name="원호 25"/>
            <p:cNvSpPr/>
            <p:nvPr userDrawn="1"/>
          </p:nvSpPr>
          <p:spPr>
            <a:xfrm rot="8100000">
              <a:off x="2485579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27" name="원호 26"/>
            <p:cNvSpPr/>
            <p:nvPr userDrawn="1"/>
          </p:nvSpPr>
          <p:spPr>
            <a:xfrm rot="18900000">
              <a:off x="2609876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28" name="원호 27"/>
            <p:cNvSpPr/>
            <p:nvPr userDrawn="1"/>
          </p:nvSpPr>
          <p:spPr>
            <a:xfrm rot="8100000">
              <a:off x="2734245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29" name="원호 28"/>
            <p:cNvSpPr/>
            <p:nvPr userDrawn="1"/>
          </p:nvSpPr>
          <p:spPr>
            <a:xfrm rot="18900000">
              <a:off x="2862904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30" name="원호 29"/>
            <p:cNvSpPr/>
            <p:nvPr userDrawn="1"/>
          </p:nvSpPr>
          <p:spPr>
            <a:xfrm rot="8100000">
              <a:off x="2987273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31" name="원호 30"/>
            <p:cNvSpPr/>
            <p:nvPr userDrawn="1"/>
          </p:nvSpPr>
          <p:spPr>
            <a:xfrm rot="18900000">
              <a:off x="3110537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32" name="원호 31"/>
            <p:cNvSpPr/>
            <p:nvPr userDrawn="1"/>
          </p:nvSpPr>
          <p:spPr>
            <a:xfrm rot="8100000">
              <a:off x="3234906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33" name="원호 32"/>
            <p:cNvSpPr/>
            <p:nvPr userDrawn="1"/>
          </p:nvSpPr>
          <p:spPr>
            <a:xfrm rot="18900000">
              <a:off x="3363566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34" name="원호 33"/>
            <p:cNvSpPr/>
            <p:nvPr userDrawn="1"/>
          </p:nvSpPr>
          <p:spPr>
            <a:xfrm rot="8100000">
              <a:off x="3487935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35" name="원호 34"/>
            <p:cNvSpPr/>
            <p:nvPr userDrawn="1"/>
          </p:nvSpPr>
          <p:spPr>
            <a:xfrm rot="18900000">
              <a:off x="3612231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36" name="원호 35"/>
            <p:cNvSpPr/>
            <p:nvPr userDrawn="1"/>
          </p:nvSpPr>
          <p:spPr>
            <a:xfrm rot="8100000">
              <a:off x="3736600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37" name="원호 36"/>
            <p:cNvSpPr/>
            <p:nvPr userDrawn="1"/>
          </p:nvSpPr>
          <p:spPr>
            <a:xfrm rot="18900000">
              <a:off x="3865260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38" name="원호 37"/>
            <p:cNvSpPr/>
            <p:nvPr userDrawn="1"/>
          </p:nvSpPr>
          <p:spPr>
            <a:xfrm rot="8100000">
              <a:off x="3989629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39" name="원호 38"/>
            <p:cNvSpPr/>
            <p:nvPr userDrawn="1"/>
          </p:nvSpPr>
          <p:spPr>
            <a:xfrm rot="18900000">
              <a:off x="4111847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40" name="원호 39"/>
            <p:cNvSpPr/>
            <p:nvPr userDrawn="1"/>
          </p:nvSpPr>
          <p:spPr>
            <a:xfrm rot="8100000">
              <a:off x="4236216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41" name="원호 40"/>
            <p:cNvSpPr/>
            <p:nvPr userDrawn="1"/>
          </p:nvSpPr>
          <p:spPr>
            <a:xfrm rot="18900000">
              <a:off x="4364876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42" name="원호 41"/>
            <p:cNvSpPr/>
            <p:nvPr userDrawn="1"/>
          </p:nvSpPr>
          <p:spPr>
            <a:xfrm rot="8100000">
              <a:off x="4489245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43" name="원호 42"/>
            <p:cNvSpPr/>
            <p:nvPr userDrawn="1"/>
          </p:nvSpPr>
          <p:spPr>
            <a:xfrm rot="18900000">
              <a:off x="4613542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44" name="원호 43"/>
            <p:cNvSpPr/>
            <p:nvPr userDrawn="1"/>
          </p:nvSpPr>
          <p:spPr>
            <a:xfrm rot="8100000">
              <a:off x="4737911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45" name="원호 44"/>
            <p:cNvSpPr/>
            <p:nvPr userDrawn="1"/>
          </p:nvSpPr>
          <p:spPr>
            <a:xfrm rot="18900000">
              <a:off x="4866570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46" name="원호 45"/>
            <p:cNvSpPr/>
            <p:nvPr userDrawn="1"/>
          </p:nvSpPr>
          <p:spPr>
            <a:xfrm rot="8100000">
              <a:off x="4990939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47" name="원호 46"/>
            <p:cNvSpPr/>
            <p:nvPr userDrawn="1"/>
          </p:nvSpPr>
          <p:spPr>
            <a:xfrm rot="18900000">
              <a:off x="5114203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48" name="원호 47"/>
            <p:cNvSpPr/>
            <p:nvPr userDrawn="1"/>
          </p:nvSpPr>
          <p:spPr>
            <a:xfrm rot="8100000">
              <a:off x="5238573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49" name="원호 48"/>
            <p:cNvSpPr/>
            <p:nvPr userDrawn="1"/>
          </p:nvSpPr>
          <p:spPr>
            <a:xfrm rot="18900000">
              <a:off x="5367232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50" name="원호 49"/>
            <p:cNvSpPr/>
            <p:nvPr userDrawn="1"/>
          </p:nvSpPr>
          <p:spPr>
            <a:xfrm rot="8100000">
              <a:off x="5491602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51" name="원호 50"/>
            <p:cNvSpPr/>
            <p:nvPr userDrawn="1"/>
          </p:nvSpPr>
          <p:spPr>
            <a:xfrm rot="18900000">
              <a:off x="5615897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52" name="원호 51"/>
            <p:cNvSpPr/>
            <p:nvPr userDrawn="1"/>
          </p:nvSpPr>
          <p:spPr>
            <a:xfrm rot="8100000">
              <a:off x="5740266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53" name="원호 52"/>
            <p:cNvSpPr/>
            <p:nvPr userDrawn="1"/>
          </p:nvSpPr>
          <p:spPr>
            <a:xfrm rot="18900000">
              <a:off x="5868926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54" name="원호 53"/>
            <p:cNvSpPr/>
            <p:nvPr userDrawn="1"/>
          </p:nvSpPr>
          <p:spPr>
            <a:xfrm rot="8100000">
              <a:off x="5993296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56" name="그룹 55"/>
          <p:cNvGrpSpPr/>
          <p:nvPr userDrawn="1"/>
        </p:nvGrpSpPr>
        <p:grpSpPr>
          <a:xfrm>
            <a:off x="99623" y="6238906"/>
            <a:ext cx="6113309" cy="314140"/>
            <a:chOff x="99623" y="3866011"/>
            <a:chExt cx="6113309" cy="314140"/>
          </a:xfrm>
        </p:grpSpPr>
        <p:sp>
          <p:nvSpPr>
            <p:cNvPr id="57" name="직사각형 56"/>
            <p:cNvSpPr/>
            <p:nvPr userDrawn="1"/>
          </p:nvSpPr>
          <p:spPr>
            <a:xfrm>
              <a:off x="99623" y="3986089"/>
              <a:ext cx="6113309" cy="7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latin typeface="맑은 고딕" panose="020B0503020000020004" pitchFamily="50" charset="-127"/>
              </a:endParaRPr>
            </a:p>
          </p:txBody>
        </p:sp>
        <p:sp>
          <p:nvSpPr>
            <p:cNvPr id="58" name="원호 57"/>
            <p:cNvSpPr/>
            <p:nvPr userDrawn="1"/>
          </p:nvSpPr>
          <p:spPr>
            <a:xfrm rot="18900000">
              <a:off x="99623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59" name="원호 58"/>
            <p:cNvSpPr/>
            <p:nvPr userDrawn="1"/>
          </p:nvSpPr>
          <p:spPr>
            <a:xfrm rot="8100000">
              <a:off x="223992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60" name="원호 59"/>
            <p:cNvSpPr/>
            <p:nvPr userDrawn="1"/>
          </p:nvSpPr>
          <p:spPr>
            <a:xfrm rot="18900000">
              <a:off x="352652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61" name="원호 60"/>
            <p:cNvSpPr/>
            <p:nvPr userDrawn="1"/>
          </p:nvSpPr>
          <p:spPr>
            <a:xfrm rot="8100000">
              <a:off x="477021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62" name="원호 61"/>
            <p:cNvSpPr/>
            <p:nvPr userDrawn="1"/>
          </p:nvSpPr>
          <p:spPr>
            <a:xfrm rot="18900000">
              <a:off x="601317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63" name="원호 62"/>
            <p:cNvSpPr/>
            <p:nvPr userDrawn="1"/>
          </p:nvSpPr>
          <p:spPr>
            <a:xfrm rot="8100000">
              <a:off x="725687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64" name="원호 63"/>
            <p:cNvSpPr/>
            <p:nvPr userDrawn="1"/>
          </p:nvSpPr>
          <p:spPr>
            <a:xfrm rot="18900000">
              <a:off x="854346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65" name="원호 64"/>
            <p:cNvSpPr/>
            <p:nvPr userDrawn="1"/>
          </p:nvSpPr>
          <p:spPr>
            <a:xfrm rot="8100000">
              <a:off x="978715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66" name="원호 65"/>
            <p:cNvSpPr/>
            <p:nvPr userDrawn="1"/>
          </p:nvSpPr>
          <p:spPr>
            <a:xfrm rot="18900000">
              <a:off x="1101979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67" name="원호 66"/>
            <p:cNvSpPr/>
            <p:nvPr userDrawn="1"/>
          </p:nvSpPr>
          <p:spPr>
            <a:xfrm rot="8100000">
              <a:off x="1226349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68" name="원호 67"/>
            <p:cNvSpPr/>
            <p:nvPr userDrawn="1"/>
          </p:nvSpPr>
          <p:spPr>
            <a:xfrm rot="18900000">
              <a:off x="1355008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69" name="원호 68"/>
            <p:cNvSpPr/>
            <p:nvPr userDrawn="1"/>
          </p:nvSpPr>
          <p:spPr>
            <a:xfrm rot="8100000">
              <a:off x="1479378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70" name="원호 69"/>
            <p:cNvSpPr/>
            <p:nvPr userDrawn="1"/>
          </p:nvSpPr>
          <p:spPr>
            <a:xfrm rot="18900000">
              <a:off x="1603673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71" name="원호 70"/>
            <p:cNvSpPr/>
            <p:nvPr userDrawn="1"/>
          </p:nvSpPr>
          <p:spPr>
            <a:xfrm rot="8100000">
              <a:off x="1728043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72" name="원호 71"/>
            <p:cNvSpPr/>
            <p:nvPr userDrawn="1"/>
          </p:nvSpPr>
          <p:spPr>
            <a:xfrm rot="18900000">
              <a:off x="1856702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73" name="원호 72"/>
            <p:cNvSpPr/>
            <p:nvPr userDrawn="1"/>
          </p:nvSpPr>
          <p:spPr>
            <a:xfrm rot="8100000">
              <a:off x="1981072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74" name="원호 73"/>
            <p:cNvSpPr/>
            <p:nvPr userDrawn="1"/>
          </p:nvSpPr>
          <p:spPr>
            <a:xfrm rot="18900000">
              <a:off x="2108181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75" name="원호 74"/>
            <p:cNvSpPr/>
            <p:nvPr userDrawn="1"/>
          </p:nvSpPr>
          <p:spPr>
            <a:xfrm rot="8100000">
              <a:off x="2232550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76" name="원호 75"/>
            <p:cNvSpPr/>
            <p:nvPr userDrawn="1"/>
          </p:nvSpPr>
          <p:spPr>
            <a:xfrm rot="18900000">
              <a:off x="2361210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77" name="원호 76"/>
            <p:cNvSpPr/>
            <p:nvPr userDrawn="1"/>
          </p:nvSpPr>
          <p:spPr>
            <a:xfrm rot="8100000">
              <a:off x="2485579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78" name="원호 77"/>
            <p:cNvSpPr/>
            <p:nvPr userDrawn="1"/>
          </p:nvSpPr>
          <p:spPr>
            <a:xfrm rot="18900000">
              <a:off x="2609876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79" name="원호 78"/>
            <p:cNvSpPr/>
            <p:nvPr userDrawn="1"/>
          </p:nvSpPr>
          <p:spPr>
            <a:xfrm rot="8100000">
              <a:off x="2734245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80" name="원호 79"/>
            <p:cNvSpPr/>
            <p:nvPr userDrawn="1"/>
          </p:nvSpPr>
          <p:spPr>
            <a:xfrm rot="18900000">
              <a:off x="2862904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81" name="원호 80"/>
            <p:cNvSpPr/>
            <p:nvPr userDrawn="1"/>
          </p:nvSpPr>
          <p:spPr>
            <a:xfrm rot="8100000">
              <a:off x="2987273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82" name="원호 81"/>
            <p:cNvSpPr/>
            <p:nvPr userDrawn="1"/>
          </p:nvSpPr>
          <p:spPr>
            <a:xfrm rot="18900000">
              <a:off x="3110537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83" name="원호 82"/>
            <p:cNvSpPr/>
            <p:nvPr userDrawn="1"/>
          </p:nvSpPr>
          <p:spPr>
            <a:xfrm rot="8100000">
              <a:off x="3234906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84" name="원호 83"/>
            <p:cNvSpPr/>
            <p:nvPr userDrawn="1"/>
          </p:nvSpPr>
          <p:spPr>
            <a:xfrm rot="18900000">
              <a:off x="3363566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85" name="원호 84"/>
            <p:cNvSpPr/>
            <p:nvPr userDrawn="1"/>
          </p:nvSpPr>
          <p:spPr>
            <a:xfrm rot="8100000">
              <a:off x="3487935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86" name="원호 85"/>
            <p:cNvSpPr/>
            <p:nvPr userDrawn="1"/>
          </p:nvSpPr>
          <p:spPr>
            <a:xfrm rot="18900000">
              <a:off x="3612231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87" name="원호 86"/>
            <p:cNvSpPr/>
            <p:nvPr userDrawn="1"/>
          </p:nvSpPr>
          <p:spPr>
            <a:xfrm rot="8100000">
              <a:off x="3736600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88" name="원호 87"/>
            <p:cNvSpPr/>
            <p:nvPr userDrawn="1"/>
          </p:nvSpPr>
          <p:spPr>
            <a:xfrm rot="18900000">
              <a:off x="3865260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89" name="원호 88"/>
            <p:cNvSpPr/>
            <p:nvPr userDrawn="1"/>
          </p:nvSpPr>
          <p:spPr>
            <a:xfrm rot="8100000">
              <a:off x="3989629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90" name="원호 89"/>
            <p:cNvSpPr/>
            <p:nvPr userDrawn="1"/>
          </p:nvSpPr>
          <p:spPr>
            <a:xfrm rot="18900000">
              <a:off x="4111847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91" name="원호 90"/>
            <p:cNvSpPr/>
            <p:nvPr userDrawn="1"/>
          </p:nvSpPr>
          <p:spPr>
            <a:xfrm rot="8100000">
              <a:off x="4236216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92" name="원호 91"/>
            <p:cNvSpPr/>
            <p:nvPr userDrawn="1"/>
          </p:nvSpPr>
          <p:spPr>
            <a:xfrm rot="18900000">
              <a:off x="4364876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93" name="원호 92"/>
            <p:cNvSpPr/>
            <p:nvPr userDrawn="1"/>
          </p:nvSpPr>
          <p:spPr>
            <a:xfrm rot="8100000">
              <a:off x="4489245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94" name="원호 93"/>
            <p:cNvSpPr/>
            <p:nvPr userDrawn="1"/>
          </p:nvSpPr>
          <p:spPr>
            <a:xfrm rot="18900000">
              <a:off x="4613542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95" name="원호 94"/>
            <p:cNvSpPr/>
            <p:nvPr userDrawn="1"/>
          </p:nvSpPr>
          <p:spPr>
            <a:xfrm rot="8100000">
              <a:off x="4737911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96" name="원호 95"/>
            <p:cNvSpPr/>
            <p:nvPr userDrawn="1"/>
          </p:nvSpPr>
          <p:spPr>
            <a:xfrm rot="18900000">
              <a:off x="4866570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97" name="원호 96"/>
            <p:cNvSpPr/>
            <p:nvPr userDrawn="1"/>
          </p:nvSpPr>
          <p:spPr>
            <a:xfrm rot="8100000">
              <a:off x="4990939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98" name="원호 97"/>
            <p:cNvSpPr/>
            <p:nvPr userDrawn="1"/>
          </p:nvSpPr>
          <p:spPr>
            <a:xfrm rot="18900000">
              <a:off x="5114203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99" name="원호 98"/>
            <p:cNvSpPr/>
            <p:nvPr userDrawn="1"/>
          </p:nvSpPr>
          <p:spPr>
            <a:xfrm rot="8100000">
              <a:off x="5238573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100" name="원호 99"/>
            <p:cNvSpPr/>
            <p:nvPr userDrawn="1"/>
          </p:nvSpPr>
          <p:spPr>
            <a:xfrm rot="18900000">
              <a:off x="5367232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101" name="원호 100"/>
            <p:cNvSpPr/>
            <p:nvPr userDrawn="1"/>
          </p:nvSpPr>
          <p:spPr>
            <a:xfrm rot="8100000">
              <a:off x="5491602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102" name="원호 101"/>
            <p:cNvSpPr/>
            <p:nvPr userDrawn="1"/>
          </p:nvSpPr>
          <p:spPr>
            <a:xfrm rot="18900000">
              <a:off x="5615897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103" name="원호 102"/>
            <p:cNvSpPr/>
            <p:nvPr userDrawn="1"/>
          </p:nvSpPr>
          <p:spPr>
            <a:xfrm rot="8100000">
              <a:off x="5740266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104" name="원호 103"/>
            <p:cNvSpPr/>
            <p:nvPr userDrawn="1"/>
          </p:nvSpPr>
          <p:spPr>
            <a:xfrm rot="18900000">
              <a:off x="5868926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105" name="원호 104"/>
            <p:cNvSpPr/>
            <p:nvPr userDrawn="1"/>
          </p:nvSpPr>
          <p:spPr>
            <a:xfrm rot="8100000">
              <a:off x="5993296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85025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5_Prev/N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 userDrawn="1"/>
        </p:nvSpPr>
        <p:spPr>
          <a:xfrm>
            <a:off x="103632" y="174012"/>
            <a:ext cx="6089904" cy="6247540"/>
          </a:xfrm>
          <a:prstGeom prst="rect">
            <a:avLst/>
          </a:prstGeom>
          <a:noFill/>
          <a:ln w="6350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latin typeface="맑은 고딕" panose="020B0503020000020004" pitchFamily="50" charset="-127"/>
            </a:endParaRPr>
          </a:p>
        </p:txBody>
      </p:sp>
      <p:grpSp>
        <p:nvGrpSpPr>
          <p:cNvPr id="7" name="그룹 6"/>
          <p:cNvGrpSpPr/>
          <p:nvPr userDrawn="1"/>
        </p:nvGrpSpPr>
        <p:grpSpPr>
          <a:xfrm>
            <a:off x="99623" y="53934"/>
            <a:ext cx="6113309" cy="314140"/>
            <a:chOff x="99623" y="3866011"/>
            <a:chExt cx="6113309" cy="314140"/>
          </a:xfrm>
        </p:grpSpPr>
        <p:sp>
          <p:nvSpPr>
            <p:cNvPr id="8" name="직사각형 7"/>
            <p:cNvSpPr/>
            <p:nvPr userDrawn="1"/>
          </p:nvSpPr>
          <p:spPr>
            <a:xfrm>
              <a:off x="99623" y="3986089"/>
              <a:ext cx="6113309" cy="7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latin typeface="맑은 고딕" panose="020B0503020000020004" pitchFamily="50" charset="-127"/>
              </a:endParaRPr>
            </a:p>
          </p:txBody>
        </p:sp>
        <p:sp>
          <p:nvSpPr>
            <p:cNvPr id="9" name="원호 8"/>
            <p:cNvSpPr/>
            <p:nvPr userDrawn="1"/>
          </p:nvSpPr>
          <p:spPr>
            <a:xfrm rot="18900000">
              <a:off x="99623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10" name="원호 9"/>
            <p:cNvSpPr/>
            <p:nvPr userDrawn="1"/>
          </p:nvSpPr>
          <p:spPr>
            <a:xfrm rot="8100000">
              <a:off x="223992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11" name="원호 10"/>
            <p:cNvSpPr/>
            <p:nvPr userDrawn="1"/>
          </p:nvSpPr>
          <p:spPr>
            <a:xfrm rot="18900000">
              <a:off x="352652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12" name="원호 11"/>
            <p:cNvSpPr/>
            <p:nvPr userDrawn="1"/>
          </p:nvSpPr>
          <p:spPr>
            <a:xfrm rot="8100000">
              <a:off x="477021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13" name="원호 12"/>
            <p:cNvSpPr/>
            <p:nvPr userDrawn="1"/>
          </p:nvSpPr>
          <p:spPr>
            <a:xfrm rot="18900000">
              <a:off x="601317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14" name="원호 13"/>
            <p:cNvSpPr/>
            <p:nvPr userDrawn="1"/>
          </p:nvSpPr>
          <p:spPr>
            <a:xfrm rot="8100000">
              <a:off x="725687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15" name="원호 14"/>
            <p:cNvSpPr/>
            <p:nvPr userDrawn="1"/>
          </p:nvSpPr>
          <p:spPr>
            <a:xfrm rot="18900000">
              <a:off x="854346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16" name="원호 15"/>
            <p:cNvSpPr/>
            <p:nvPr userDrawn="1"/>
          </p:nvSpPr>
          <p:spPr>
            <a:xfrm rot="8100000">
              <a:off x="978715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17" name="원호 16"/>
            <p:cNvSpPr/>
            <p:nvPr userDrawn="1"/>
          </p:nvSpPr>
          <p:spPr>
            <a:xfrm rot="18900000">
              <a:off x="1101979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18" name="원호 17"/>
            <p:cNvSpPr/>
            <p:nvPr userDrawn="1"/>
          </p:nvSpPr>
          <p:spPr>
            <a:xfrm rot="8100000">
              <a:off x="1226349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19" name="원호 18"/>
            <p:cNvSpPr/>
            <p:nvPr userDrawn="1"/>
          </p:nvSpPr>
          <p:spPr>
            <a:xfrm rot="18900000">
              <a:off x="1355008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20" name="원호 19"/>
            <p:cNvSpPr/>
            <p:nvPr userDrawn="1"/>
          </p:nvSpPr>
          <p:spPr>
            <a:xfrm rot="8100000">
              <a:off x="1479378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21" name="원호 20"/>
            <p:cNvSpPr/>
            <p:nvPr userDrawn="1"/>
          </p:nvSpPr>
          <p:spPr>
            <a:xfrm rot="18900000">
              <a:off x="1603673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22" name="원호 21"/>
            <p:cNvSpPr/>
            <p:nvPr userDrawn="1"/>
          </p:nvSpPr>
          <p:spPr>
            <a:xfrm rot="8100000">
              <a:off x="1728043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23" name="원호 22"/>
            <p:cNvSpPr/>
            <p:nvPr userDrawn="1"/>
          </p:nvSpPr>
          <p:spPr>
            <a:xfrm rot="18900000">
              <a:off x="1856702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24" name="원호 23"/>
            <p:cNvSpPr/>
            <p:nvPr userDrawn="1"/>
          </p:nvSpPr>
          <p:spPr>
            <a:xfrm rot="8100000">
              <a:off x="1981072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25" name="원호 24"/>
            <p:cNvSpPr/>
            <p:nvPr userDrawn="1"/>
          </p:nvSpPr>
          <p:spPr>
            <a:xfrm rot="18900000">
              <a:off x="2108181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26" name="원호 25"/>
            <p:cNvSpPr/>
            <p:nvPr userDrawn="1"/>
          </p:nvSpPr>
          <p:spPr>
            <a:xfrm rot="8100000">
              <a:off x="2232550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27" name="원호 26"/>
            <p:cNvSpPr/>
            <p:nvPr userDrawn="1"/>
          </p:nvSpPr>
          <p:spPr>
            <a:xfrm rot="18900000">
              <a:off x="2361210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28" name="원호 27"/>
            <p:cNvSpPr/>
            <p:nvPr userDrawn="1"/>
          </p:nvSpPr>
          <p:spPr>
            <a:xfrm rot="8100000">
              <a:off x="2485579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29" name="원호 28"/>
            <p:cNvSpPr/>
            <p:nvPr userDrawn="1"/>
          </p:nvSpPr>
          <p:spPr>
            <a:xfrm rot="18900000">
              <a:off x="2609876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30" name="원호 29"/>
            <p:cNvSpPr/>
            <p:nvPr userDrawn="1"/>
          </p:nvSpPr>
          <p:spPr>
            <a:xfrm rot="8100000">
              <a:off x="2734245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31" name="원호 30"/>
            <p:cNvSpPr/>
            <p:nvPr userDrawn="1"/>
          </p:nvSpPr>
          <p:spPr>
            <a:xfrm rot="18900000">
              <a:off x="2862904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32" name="원호 31"/>
            <p:cNvSpPr/>
            <p:nvPr userDrawn="1"/>
          </p:nvSpPr>
          <p:spPr>
            <a:xfrm rot="8100000">
              <a:off x="2987273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33" name="원호 32"/>
            <p:cNvSpPr/>
            <p:nvPr userDrawn="1"/>
          </p:nvSpPr>
          <p:spPr>
            <a:xfrm rot="18900000">
              <a:off x="3110537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34" name="원호 33"/>
            <p:cNvSpPr/>
            <p:nvPr userDrawn="1"/>
          </p:nvSpPr>
          <p:spPr>
            <a:xfrm rot="8100000">
              <a:off x="3234906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35" name="원호 34"/>
            <p:cNvSpPr/>
            <p:nvPr userDrawn="1"/>
          </p:nvSpPr>
          <p:spPr>
            <a:xfrm rot="18900000">
              <a:off x="3363566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36" name="원호 35"/>
            <p:cNvSpPr/>
            <p:nvPr userDrawn="1"/>
          </p:nvSpPr>
          <p:spPr>
            <a:xfrm rot="8100000">
              <a:off x="3487935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37" name="원호 36"/>
            <p:cNvSpPr/>
            <p:nvPr userDrawn="1"/>
          </p:nvSpPr>
          <p:spPr>
            <a:xfrm rot="18900000">
              <a:off x="3612231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38" name="원호 37"/>
            <p:cNvSpPr/>
            <p:nvPr userDrawn="1"/>
          </p:nvSpPr>
          <p:spPr>
            <a:xfrm rot="8100000">
              <a:off x="3736600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39" name="원호 38"/>
            <p:cNvSpPr/>
            <p:nvPr userDrawn="1"/>
          </p:nvSpPr>
          <p:spPr>
            <a:xfrm rot="18900000">
              <a:off x="3865260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40" name="원호 39"/>
            <p:cNvSpPr/>
            <p:nvPr userDrawn="1"/>
          </p:nvSpPr>
          <p:spPr>
            <a:xfrm rot="8100000">
              <a:off x="3989629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41" name="원호 40"/>
            <p:cNvSpPr/>
            <p:nvPr userDrawn="1"/>
          </p:nvSpPr>
          <p:spPr>
            <a:xfrm rot="18900000">
              <a:off x="4111847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42" name="원호 41"/>
            <p:cNvSpPr/>
            <p:nvPr userDrawn="1"/>
          </p:nvSpPr>
          <p:spPr>
            <a:xfrm rot="8100000">
              <a:off x="4236216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43" name="원호 42"/>
            <p:cNvSpPr/>
            <p:nvPr userDrawn="1"/>
          </p:nvSpPr>
          <p:spPr>
            <a:xfrm rot="18900000">
              <a:off x="4364876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44" name="원호 43"/>
            <p:cNvSpPr/>
            <p:nvPr userDrawn="1"/>
          </p:nvSpPr>
          <p:spPr>
            <a:xfrm rot="8100000">
              <a:off x="4489245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45" name="원호 44"/>
            <p:cNvSpPr/>
            <p:nvPr userDrawn="1"/>
          </p:nvSpPr>
          <p:spPr>
            <a:xfrm rot="18900000">
              <a:off x="4613542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46" name="원호 45"/>
            <p:cNvSpPr/>
            <p:nvPr userDrawn="1"/>
          </p:nvSpPr>
          <p:spPr>
            <a:xfrm rot="8100000">
              <a:off x="4737911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47" name="원호 46"/>
            <p:cNvSpPr/>
            <p:nvPr userDrawn="1"/>
          </p:nvSpPr>
          <p:spPr>
            <a:xfrm rot="18900000">
              <a:off x="4866570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48" name="원호 47"/>
            <p:cNvSpPr/>
            <p:nvPr userDrawn="1"/>
          </p:nvSpPr>
          <p:spPr>
            <a:xfrm rot="8100000">
              <a:off x="4990939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49" name="원호 48"/>
            <p:cNvSpPr/>
            <p:nvPr userDrawn="1"/>
          </p:nvSpPr>
          <p:spPr>
            <a:xfrm rot="18900000">
              <a:off x="5114203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50" name="원호 49"/>
            <p:cNvSpPr/>
            <p:nvPr userDrawn="1"/>
          </p:nvSpPr>
          <p:spPr>
            <a:xfrm rot="8100000">
              <a:off x="5238573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51" name="원호 50"/>
            <p:cNvSpPr/>
            <p:nvPr userDrawn="1"/>
          </p:nvSpPr>
          <p:spPr>
            <a:xfrm rot="18900000">
              <a:off x="5367232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52" name="원호 51"/>
            <p:cNvSpPr/>
            <p:nvPr userDrawn="1"/>
          </p:nvSpPr>
          <p:spPr>
            <a:xfrm rot="8100000">
              <a:off x="5491602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53" name="원호 52"/>
            <p:cNvSpPr/>
            <p:nvPr userDrawn="1"/>
          </p:nvSpPr>
          <p:spPr>
            <a:xfrm rot="18900000">
              <a:off x="5615897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54" name="원호 53"/>
            <p:cNvSpPr/>
            <p:nvPr userDrawn="1"/>
          </p:nvSpPr>
          <p:spPr>
            <a:xfrm rot="8100000">
              <a:off x="5740266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55" name="원호 54"/>
            <p:cNvSpPr/>
            <p:nvPr userDrawn="1"/>
          </p:nvSpPr>
          <p:spPr>
            <a:xfrm rot="18900000">
              <a:off x="5868926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56" name="원호 55"/>
            <p:cNvSpPr/>
            <p:nvPr userDrawn="1"/>
          </p:nvSpPr>
          <p:spPr>
            <a:xfrm rot="8100000">
              <a:off x="5993296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088854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6_기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538596"/>
            <a:ext cx="9906000" cy="14400"/>
          </a:xfrm>
          <a:prstGeom prst="rect">
            <a:avLst/>
          </a:prstGeom>
          <a:solidFill>
            <a:srgbClr val="7777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latin typeface="맑은 고딕" panose="020B0503020000020004" pitchFamily="50" charset="-127"/>
            </a:endParaRPr>
          </a:p>
        </p:txBody>
      </p:sp>
      <p:sp>
        <p:nvSpPr>
          <p:cNvPr id="6" name="직사각형 5"/>
          <p:cNvSpPr/>
          <p:nvPr userDrawn="1"/>
        </p:nvSpPr>
        <p:spPr>
          <a:xfrm>
            <a:off x="0" y="6461800"/>
            <a:ext cx="9906000" cy="10800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latin typeface="맑은 고딕" panose="020B0503020000020004" pitchFamily="50" charset="-127"/>
            </a:endParaRPr>
          </a:p>
        </p:txBody>
      </p:sp>
      <p:sp>
        <p:nvSpPr>
          <p:cNvPr id="7" name="직사각형 6"/>
          <p:cNvSpPr/>
          <p:nvPr userDrawn="1"/>
        </p:nvSpPr>
        <p:spPr>
          <a:xfrm>
            <a:off x="0" y="6475812"/>
            <a:ext cx="9906000" cy="10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latin typeface="맑은 고딕" panose="020B0503020000020004" pitchFamily="50" charset="-127"/>
            </a:endParaRP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8097" y="6610747"/>
            <a:ext cx="329743" cy="103618"/>
          </a:xfrm>
          <a:prstGeom prst="rect">
            <a:avLst/>
          </a:prstGeom>
        </p:spPr>
      </p:pic>
      <p:sp>
        <p:nvSpPr>
          <p:cNvPr id="11" name="TextBox 10"/>
          <p:cNvSpPr txBox="1"/>
          <p:nvPr userDrawn="1"/>
        </p:nvSpPr>
        <p:spPr>
          <a:xfrm>
            <a:off x="9014391" y="6526940"/>
            <a:ext cx="4411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rgbClr val="909090"/>
                </a:solidFill>
                <a:latin typeface="맑은 고딕" panose="020B0503020000020004" pitchFamily="50" charset="-127"/>
                <a:ea typeface="+mj-ea"/>
                <a:cs typeface="Arial" pitchFamily="34" charset="0"/>
              </a:rPr>
              <a:t>page</a:t>
            </a:r>
            <a:endParaRPr lang="ko-KR" altLang="en-US" sz="900" dirty="0">
              <a:solidFill>
                <a:srgbClr val="909090"/>
              </a:solidFill>
              <a:latin typeface="맑은 고딕" panose="020B0503020000020004" pitchFamily="50" charset="-127"/>
              <a:ea typeface="+mj-ea"/>
              <a:cs typeface="Arial" pitchFamily="34" charset="0"/>
            </a:endParaRPr>
          </a:p>
        </p:txBody>
      </p:sp>
      <p:sp>
        <p:nvSpPr>
          <p:cNvPr id="12" name="슬라이드 번호 개체 틀 5"/>
          <p:cNvSpPr txBox="1">
            <a:spLocks/>
          </p:cNvSpPr>
          <p:nvPr userDrawn="1"/>
        </p:nvSpPr>
        <p:spPr>
          <a:xfrm>
            <a:off x="6239036" y="6526860"/>
            <a:ext cx="3571875" cy="250825"/>
          </a:xfrm>
          <a:prstGeom prst="rect">
            <a:avLst/>
          </a:prstGeom>
        </p:spPr>
        <p:txBody>
          <a:bodyPr anchor="ctr"/>
          <a:lstStyle>
            <a:lvl1pPr algn="l">
              <a:defRPr sz="1800">
                <a:solidFill>
                  <a:schemeClr val="bg1"/>
                </a:solidFill>
                <a:latin typeface="PF Din Text Cond Pro Medium" pitchFamily="2" charset="0"/>
                <a:ea typeface="Rix고딕 M" pitchFamily="18" charset="-127"/>
              </a:defRPr>
            </a:lvl1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50" charset="-127"/>
                <a:ea typeface="나눔고딕" pitchFamily="50" charset="-127"/>
              </a:rPr>
              <a:t> / </a:t>
            </a:r>
            <a:fld id="{93741137-C8C8-411D-8930-CFD24FDB5682}" type="slidenum">
              <a:rPr kumimoji="0" lang="ko-KR" altLang="en-US" sz="7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50" charset="-127"/>
                <a:ea typeface="나눔고딕" pitchFamily="50" charset="-127"/>
              </a:rPr>
              <a:t> 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223615" y="103584"/>
            <a:ext cx="9587296" cy="431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latin typeface="맑은 고딕" panose="020B0503020000020004" pitchFamily="50" charset="-127"/>
              </a:defRPr>
            </a:lvl1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81708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7_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35058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361570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N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직사각형 65"/>
          <p:cNvSpPr/>
          <p:nvPr userDrawn="1"/>
        </p:nvSpPr>
        <p:spPr>
          <a:xfrm>
            <a:off x="103632" y="522103"/>
            <a:ext cx="6089904" cy="5899449"/>
          </a:xfrm>
          <a:prstGeom prst="rect">
            <a:avLst/>
          </a:prstGeom>
          <a:noFill/>
          <a:ln w="6350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latin typeface="맑은 고딕" panose="020B0503020000020004" pitchFamily="50" charset="-127"/>
            </a:endParaRPr>
          </a:p>
        </p:txBody>
      </p:sp>
      <p:grpSp>
        <p:nvGrpSpPr>
          <p:cNvPr id="62" name="그룹 61"/>
          <p:cNvGrpSpPr/>
          <p:nvPr userDrawn="1"/>
        </p:nvGrpSpPr>
        <p:grpSpPr>
          <a:xfrm>
            <a:off x="99623" y="6238906"/>
            <a:ext cx="6113309" cy="314140"/>
            <a:chOff x="99623" y="3866011"/>
            <a:chExt cx="6113309" cy="314140"/>
          </a:xfrm>
        </p:grpSpPr>
        <p:sp>
          <p:nvSpPr>
            <p:cNvPr id="60" name="직사각형 59"/>
            <p:cNvSpPr/>
            <p:nvPr userDrawn="1"/>
          </p:nvSpPr>
          <p:spPr>
            <a:xfrm>
              <a:off x="99623" y="3986089"/>
              <a:ext cx="6113309" cy="7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latin typeface="맑은 고딕" panose="020B0503020000020004" pitchFamily="50" charset="-127"/>
              </a:endParaRPr>
            </a:p>
          </p:txBody>
        </p:sp>
        <p:sp>
          <p:nvSpPr>
            <p:cNvPr id="2" name="원호 1"/>
            <p:cNvSpPr/>
            <p:nvPr userDrawn="1"/>
          </p:nvSpPr>
          <p:spPr>
            <a:xfrm rot="18900000">
              <a:off x="99623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7" name="원호 6"/>
            <p:cNvSpPr/>
            <p:nvPr userDrawn="1"/>
          </p:nvSpPr>
          <p:spPr>
            <a:xfrm rot="8100000">
              <a:off x="223992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8" name="원호 7"/>
            <p:cNvSpPr/>
            <p:nvPr userDrawn="1"/>
          </p:nvSpPr>
          <p:spPr>
            <a:xfrm rot="18900000">
              <a:off x="352652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9" name="원호 8"/>
            <p:cNvSpPr/>
            <p:nvPr userDrawn="1"/>
          </p:nvSpPr>
          <p:spPr>
            <a:xfrm rot="8100000">
              <a:off x="477021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10" name="원호 9"/>
            <p:cNvSpPr/>
            <p:nvPr userDrawn="1"/>
          </p:nvSpPr>
          <p:spPr>
            <a:xfrm rot="18900000">
              <a:off x="601317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11" name="원호 10"/>
            <p:cNvSpPr/>
            <p:nvPr userDrawn="1"/>
          </p:nvSpPr>
          <p:spPr>
            <a:xfrm rot="8100000">
              <a:off x="725687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12" name="원호 11"/>
            <p:cNvSpPr/>
            <p:nvPr userDrawn="1"/>
          </p:nvSpPr>
          <p:spPr>
            <a:xfrm rot="18900000">
              <a:off x="854346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13" name="원호 12"/>
            <p:cNvSpPr/>
            <p:nvPr userDrawn="1"/>
          </p:nvSpPr>
          <p:spPr>
            <a:xfrm rot="8100000">
              <a:off x="978715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18" name="원호 17"/>
            <p:cNvSpPr/>
            <p:nvPr userDrawn="1"/>
          </p:nvSpPr>
          <p:spPr>
            <a:xfrm rot="18900000">
              <a:off x="1101979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19" name="원호 18"/>
            <p:cNvSpPr/>
            <p:nvPr userDrawn="1"/>
          </p:nvSpPr>
          <p:spPr>
            <a:xfrm rot="8100000">
              <a:off x="1226349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20" name="원호 19"/>
            <p:cNvSpPr/>
            <p:nvPr userDrawn="1"/>
          </p:nvSpPr>
          <p:spPr>
            <a:xfrm rot="18900000">
              <a:off x="1355008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21" name="원호 20"/>
            <p:cNvSpPr/>
            <p:nvPr userDrawn="1"/>
          </p:nvSpPr>
          <p:spPr>
            <a:xfrm rot="8100000">
              <a:off x="1479378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22" name="원호 21"/>
            <p:cNvSpPr/>
            <p:nvPr userDrawn="1"/>
          </p:nvSpPr>
          <p:spPr>
            <a:xfrm rot="18900000">
              <a:off x="1603673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23" name="원호 22"/>
            <p:cNvSpPr/>
            <p:nvPr userDrawn="1"/>
          </p:nvSpPr>
          <p:spPr>
            <a:xfrm rot="8100000">
              <a:off x="1728043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24" name="원호 23"/>
            <p:cNvSpPr/>
            <p:nvPr userDrawn="1"/>
          </p:nvSpPr>
          <p:spPr>
            <a:xfrm rot="18900000">
              <a:off x="1856702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25" name="원호 24"/>
            <p:cNvSpPr/>
            <p:nvPr userDrawn="1"/>
          </p:nvSpPr>
          <p:spPr>
            <a:xfrm rot="8100000">
              <a:off x="1981072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26" name="원호 25"/>
            <p:cNvSpPr/>
            <p:nvPr userDrawn="1"/>
          </p:nvSpPr>
          <p:spPr>
            <a:xfrm rot="18900000">
              <a:off x="2108181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27" name="원호 26"/>
            <p:cNvSpPr/>
            <p:nvPr userDrawn="1"/>
          </p:nvSpPr>
          <p:spPr>
            <a:xfrm rot="8100000">
              <a:off x="2232550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28" name="원호 27"/>
            <p:cNvSpPr/>
            <p:nvPr userDrawn="1"/>
          </p:nvSpPr>
          <p:spPr>
            <a:xfrm rot="18900000">
              <a:off x="2361210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29" name="원호 28"/>
            <p:cNvSpPr/>
            <p:nvPr userDrawn="1"/>
          </p:nvSpPr>
          <p:spPr>
            <a:xfrm rot="8100000">
              <a:off x="2485579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30" name="원호 29"/>
            <p:cNvSpPr/>
            <p:nvPr userDrawn="1"/>
          </p:nvSpPr>
          <p:spPr>
            <a:xfrm rot="18900000">
              <a:off x="2609876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31" name="원호 30"/>
            <p:cNvSpPr/>
            <p:nvPr userDrawn="1"/>
          </p:nvSpPr>
          <p:spPr>
            <a:xfrm rot="8100000">
              <a:off x="2734245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32" name="원호 31"/>
            <p:cNvSpPr/>
            <p:nvPr userDrawn="1"/>
          </p:nvSpPr>
          <p:spPr>
            <a:xfrm rot="18900000">
              <a:off x="2862904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33" name="원호 32"/>
            <p:cNvSpPr/>
            <p:nvPr userDrawn="1"/>
          </p:nvSpPr>
          <p:spPr>
            <a:xfrm rot="8100000">
              <a:off x="2987273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34" name="원호 33"/>
            <p:cNvSpPr/>
            <p:nvPr userDrawn="1"/>
          </p:nvSpPr>
          <p:spPr>
            <a:xfrm rot="18900000">
              <a:off x="3110537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35" name="원호 34"/>
            <p:cNvSpPr/>
            <p:nvPr userDrawn="1"/>
          </p:nvSpPr>
          <p:spPr>
            <a:xfrm rot="8100000">
              <a:off x="3234906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36" name="원호 35"/>
            <p:cNvSpPr/>
            <p:nvPr userDrawn="1"/>
          </p:nvSpPr>
          <p:spPr>
            <a:xfrm rot="18900000">
              <a:off x="3363566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37" name="원호 36"/>
            <p:cNvSpPr/>
            <p:nvPr userDrawn="1"/>
          </p:nvSpPr>
          <p:spPr>
            <a:xfrm rot="8100000">
              <a:off x="3487935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38" name="원호 37"/>
            <p:cNvSpPr/>
            <p:nvPr userDrawn="1"/>
          </p:nvSpPr>
          <p:spPr>
            <a:xfrm rot="18900000">
              <a:off x="3612231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39" name="원호 38"/>
            <p:cNvSpPr/>
            <p:nvPr userDrawn="1"/>
          </p:nvSpPr>
          <p:spPr>
            <a:xfrm rot="8100000">
              <a:off x="3736600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40" name="원호 39"/>
            <p:cNvSpPr/>
            <p:nvPr userDrawn="1"/>
          </p:nvSpPr>
          <p:spPr>
            <a:xfrm rot="18900000">
              <a:off x="3865260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41" name="원호 40"/>
            <p:cNvSpPr/>
            <p:nvPr userDrawn="1"/>
          </p:nvSpPr>
          <p:spPr>
            <a:xfrm rot="8100000">
              <a:off x="3989629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43" name="원호 42"/>
            <p:cNvSpPr/>
            <p:nvPr userDrawn="1"/>
          </p:nvSpPr>
          <p:spPr>
            <a:xfrm rot="18900000">
              <a:off x="4111847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44" name="원호 43"/>
            <p:cNvSpPr/>
            <p:nvPr userDrawn="1"/>
          </p:nvSpPr>
          <p:spPr>
            <a:xfrm rot="8100000">
              <a:off x="4236216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45" name="원호 44"/>
            <p:cNvSpPr/>
            <p:nvPr userDrawn="1"/>
          </p:nvSpPr>
          <p:spPr>
            <a:xfrm rot="18900000">
              <a:off x="4364876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46" name="원호 45"/>
            <p:cNvSpPr/>
            <p:nvPr userDrawn="1"/>
          </p:nvSpPr>
          <p:spPr>
            <a:xfrm rot="8100000">
              <a:off x="4489245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47" name="원호 46"/>
            <p:cNvSpPr/>
            <p:nvPr userDrawn="1"/>
          </p:nvSpPr>
          <p:spPr>
            <a:xfrm rot="18900000">
              <a:off x="4613542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48" name="원호 47"/>
            <p:cNvSpPr/>
            <p:nvPr userDrawn="1"/>
          </p:nvSpPr>
          <p:spPr>
            <a:xfrm rot="8100000">
              <a:off x="4737911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49" name="원호 48"/>
            <p:cNvSpPr/>
            <p:nvPr userDrawn="1"/>
          </p:nvSpPr>
          <p:spPr>
            <a:xfrm rot="18900000">
              <a:off x="4866570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50" name="원호 49"/>
            <p:cNvSpPr/>
            <p:nvPr userDrawn="1"/>
          </p:nvSpPr>
          <p:spPr>
            <a:xfrm rot="8100000">
              <a:off x="4990939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51" name="원호 50"/>
            <p:cNvSpPr/>
            <p:nvPr userDrawn="1"/>
          </p:nvSpPr>
          <p:spPr>
            <a:xfrm rot="18900000">
              <a:off x="5114203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52" name="원호 51"/>
            <p:cNvSpPr/>
            <p:nvPr userDrawn="1"/>
          </p:nvSpPr>
          <p:spPr>
            <a:xfrm rot="8100000">
              <a:off x="5238573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53" name="원호 52"/>
            <p:cNvSpPr/>
            <p:nvPr userDrawn="1"/>
          </p:nvSpPr>
          <p:spPr>
            <a:xfrm rot="18900000">
              <a:off x="5367232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54" name="원호 53"/>
            <p:cNvSpPr/>
            <p:nvPr userDrawn="1"/>
          </p:nvSpPr>
          <p:spPr>
            <a:xfrm rot="8100000">
              <a:off x="5491602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55" name="원호 54"/>
            <p:cNvSpPr/>
            <p:nvPr userDrawn="1"/>
          </p:nvSpPr>
          <p:spPr>
            <a:xfrm rot="18900000">
              <a:off x="5615897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56" name="원호 55"/>
            <p:cNvSpPr/>
            <p:nvPr userDrawn="1"/>
          </p:nvSpPr>
          <p:spPr>
            <a:xfrm rot="8100000">
              <a:off x="5740266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57" name="원호 56"/>
            <p:cNvSpPr/>
            <p:nvPr userDrawn="1"/>
          </p:nvSpPr>
          <p:spPr>
            <a:xfrm rot="18900000">
              <a:off x="5868926" y="3998198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  <p:sp>
          <p:nvSpPr>
            <p:cNvPr id="58" name="원호 57"/>
            <p:cNvSpPr/>
            <p:nvPr userDrawn="1"/>
          </p:nvSpPr>
          <p:spPr>
            <a:xfrm rot="8100000">
              <a:off x="5993296" y="3866011"/>
              <a:ext cx="181952" cy="181953"/>
            </a:xfrm>
            <a:prstGeom prst="arc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</a:endParaRPr>
            </a:p>
          </p:txBody>
        </p:sp>
      </p:grpSp>
      <p:graphicFrame>
        <p:nvGraphicFramePr>
          <p:cNvPr id="61" name="표 60"/>
          <p:cNvGraphicFramePr>
            <a:graphicFrameLocks noGrp="1"/>
          </p:cNvGraphicFramePr>
          <p:nvPr userDrawn="1"/>
        </p:nvGraphicFramePr>
        <p:xfrm>
          <a:off x="103873" y="70695"/>
          <a:ext cx="9706753" cy="357360"/>
        </p:xfrm>
        <a:graphic>
          <a:graphicData uri="http://schemas.openxmlformats.org/drawingml/2006/table">
            <a:tbl>
              <a:tblPr firstRow="1" bandRow="1"/>
              <a:tblGrid>
                <a:gridCol w="19139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517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86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72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4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09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65898">
                <a:tc rowSpan="2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Screen Definition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kern="1200" dirty="0">
                        <a:solidFill>
                          <a:schemeClr val="tx1"/>
                        </a:solidFill>
                        <a:latin typeface="+mn-ea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2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itchFamily="50" charset="-127"/>
                        </a:rPr>
                        <a:t>Page ID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latinLnBrk="1"/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Date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254">
                <a:tc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600" b="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en-US" altLang="ko-KR" sz="6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Writer</a:t>
                      </a:r>
                      <a:endParaRPr lang="ko-KR" altLang="en-US" sz="6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62308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0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>
            <a:off x="103632" y="522103"/>
            <a:ext cx="6089904" cy="5866505"/>
          </a:xfrm>
          <a:prstGeom prst="rect">
            <a:avLst/>
          </a:prstGeom>
          <a:noFill/>
          <a:ln w="6350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latin typeface="맑은 고딕" panose="020B0503020000020004" pitchFamily="50" charset="-127"/>
            </a:endParaRPr>
          </a:p>
        </p:txBody>
      </p:sp>
      <p:sp>
        <p:nvSpPr>
          <p:cNvPr id="8" name="직사각형 7"/>
          <p:cNvSpPr/>
          <p:nvPr userDrawn="1"/>
        </p:nvSpPr>
        <p:spPr>
          <a:xfrm>
            <a:off x="103632" y="522103"/>
            <a:ext cx="363160" cy="327265"/>
          </a:xfrm>
          <a:prstGeom prst="rect">
            <a:avLst/>
          </a:prstGeom>
          <a:noFill/>
          <a:ln w="6350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latin typeface="맑은 고딕" panose="020B0503020000020004" pitchFamily="50" charset="-127"/>
            </a:endParaRPr>
          </a:p>
        </p:txBody>
      </p:sp>
      <p:sp>
        <p:nvSpPr>
          <p:cNvPr id="9" name="직사각형 8"/>
          <p:cNvSpPr/>
          <p:nvPr userDrawn="1"/>
        </p:nvSpPr>
        <p:spPr>
          <a:xfrm>
            <a:off x="112516" y="534847"/>
            <a:ext cx="424570" cy="327265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latin typeface="맑은 고딕" panose="020B0503020000020004" pitchFamily="50" charset="-127"/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 userDrawn="1"/>
        </p:nvGraphicFramePr>
        <p:xfrm>
          <a:off x="103873" y="70695"/>
          <a:ext cx="9706753" cy="357360"/>
        </p:xfrm>
        <a:graphic>
          <a:graphicData uri="http://schemas.openxmlformats.org/drawingml/2006/table">
            <a:tbl>
              <a:tblPr firstRow="1" bandRow="1"/>
              <a:tblGrid>
                <a:gridCol w="19139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517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86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72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4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09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65898">
                <a:tc rowSpan="2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Screen Definition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kern="1200" dirty="0">
                        <a:solidFill>
                          <a:schemeClr val="tx1"/>
                        </a:solidFill>
                        <a:latin typeface="+mn-ea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2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itchFamily="50" charset="-127"/>
                        </a:rPr>
                        <a:t>Page ID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latinLnBrk="1"/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Date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254">
                <a:tc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algn="ctr" latinLnBrk="1"/>
                      <a:endParaRPr lang="ko-KR" altLang="en-US" sz="600" b="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en-US" altLang="ko-KR" sz="600" b="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Writer</a:t>
                      </a:r>
                      <a:endParaRPr lang="ko-KR" altLang="en-US" sz="600" b="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7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텍스트 개체 틀 12"/>
          <p:cNvSpPr>
            <a:spLocks noGrp="1"/>
          </p:cNvSpPr>
          <p:nvPr>
            <p:ph type="body" sz="quarter" idx="11"/>
          </p:nvPr>
        </p:nvSpPr>
        <p:spPr>
          <a:xfrm>
            <a:off x="2101850" y="165101"/>
            <a:ext cx="5565042" cy="16314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lang="ko-KR" altLang="en-US" sz="10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+mn-ea"/>
                <a:cs typeface="+mn-cs"/>
              </a:defRPr>
            </a:lvl1pPr>
            <a:lvl2pPr marL="457197" indent="0">
              <a:buFontTx/>
              <a:buNone/>
              <a:defRPr sz="900"/>
            </a:lvl2pPr>
            <a:lvl3pPr marL="914394" indent="0">
              <a:buFontTx/>
              <a:buNone/>
              <a:defRPr sz="900"/>
            </a:lvl3pPr>
            <a:lvl4pPr marL="1371592" indent="0">
              <a:buFontTx/>
              <a:buNone/>
              <a:defRPr sz="900"/>
            </a:lvl4pPr>
            <a:lvl5pPr marL="1828789" indent="0">
              <a:buFontTx/>
              <a:buNone/>
              <a:defRPr sz="900"/>
            </a:lvl5pPr>
          </a:lstStyle>
          <a:p>
            <a:pPr marL="0" lvl="0" indent="0" algn="l" defTabSz="914395" rtl="0" eaLnBrk="1" latinLnBrk="1" hangingPunct="1">
              <a:spcBef>
                <a:spcPct val="20000"/>
              </a:spcBef>
              <a:buFontTx/>
              <a:buNone/>
            </a:pPr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6603423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9_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328771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_기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538596"/>
            <a:ext cx="9906000" cy="14400"/>
          </a:xfrm>
          <a:prstGeom prst="rect">
            <a:avLst/>
          </a:prstGeom>
          <a:solidFill>
            <a:srgbClr val="7777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latin typeface="맑은 고딕" panose="020B0503020000020004" pitchFamily="50" charset="-127"/>
            </a:endParaRPr>
          </a:p>
        </p:txBody>
      </p:sp>
      <p:sp>
        <p:nvSpPr>
          <p:cNvPr id="6" name="직사각형 5"/>
          <p:cNvSpPr/>
          <p:nvPr userDrawn="1"/>
        </p:nvSpPr>
        <p:spPr>
          <a:xfrm>
            <a:off x="0" y="6461800"/>
            <a:ext cx="9906000" cy="10800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latin typeface="맑은 고딕" panose="020B0503020000020004" pitchFamily="50" charset="-127"/>
            </a:endParaRPr>
          </a:p>
        </p:txBody>
      </p:sp>
      <p:sp>
        <p:nvSpPr>
          <p:cNvPr id="7" name="직사각형 6"/>
          <p:cNvSpPr/>
          <p:nvPr userDrawn="1"/>
        </p:nvSpPr>
        <p:spPr>
          <a:xfrm>
            <a:off x="0" y="6475812"/>
            <a:ext cx="9906000" cy="10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latin typeface="맑은 고딕" panose="020B0503020000020004" pitchFamily="50" charset="-127"/>
            </a:endParaRP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8097" y="6610747"/>
            <a:ext cx="329743" cy="103618"/>
          </a:xfrm>
          <a:prstGeom prst="rect">
            <a:avLst/>
          </a:prstGeom>
        </p:spPr>
      </p:pic>
      <p:sp>
        <p:nvSpPr>
          <p:cNvPr id="11" name="TextBox 10"/>
          <p:cNvSpPr txBox="1"/>
          <p:nvPr userDrawn="1"/>
        </p:nvSpPr>
        <p:spPr>
          <a:xfrm>
            <a:off x="9014391" y="6526940"/>
            <a:ext cx="4411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rgbClr val="909090"/>
                </a:solidFill>
                <a:latin typeface="맑은 고딕" panose="020B0503020000020004" pitchFamily="50" charset="-127"/>
                <a:ea typeface="+mj-ea"/>
                <a:cs typeface="Arial" pitchFamily="34" charset="0"/>
              </a:rPr>
              <a:t>page</a:t>
            </a:r>
            <a:endParaRPr lang="ko-KR" altLang="en-US" sz="900" dirty="0">
              <a:solidFill>
                <a:srgbClr val="909090"/>
              </a:solidFill>
              <a:latin typeface="맑은 고딕" panose="020B0503020000020004" pitchFamily="50" charset="-127"/>
              <a:ea typeface="+mj-ea"/>
              <a:cs typeface="Arial" pitchFamily="34" charset="0"/>
            </a:endParaRPr>
          </a:p>
        </p:txBody>
      </p:sp>
      <p:sp>
        <p:nvSpPr>
          <p:cNvPr id="12" name="슬라이드 번호 개체 틀 5"/>
          <p:cNvSpPr txBox="1">
            <a:spLocks/>
          </p:cNvSpPr>
          <p:nvPr userDrawn="1"/>
        </p:nvSpPr>
        <p:spPr>
          <a:xfrm>
            <a:off x="6239036" y="6526860"/>
            <a:ext cx="3571875" cy="250825"/>
          </a:xfrm>
          <a:prstGeom prst="rect">
            <a:avLst/>
          </a:prstGeom>
        </p:spPr>
        <p:txBody>
          <a:bodyPr anchor="ctr"/>
          <a:lstStyle>
            <a:lvl1pPr algn="l">
              <a:defRPr sz="1800">
                <a:solidFill>
                  <a:schemeClr val="bg1"/>
                </a:solidFill>
                <a:latin typeface="PF Din Text Cond Pro Medium" pitchFamily="2" charset="0"/>
                <a:ea typeface="Rix고딕 M" pitchFamily="18" charset="-127"/>
              </a:defRPr>
            </a:lvl1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50" charset="-127"/>
                <a:ea typeface="나눔고딕" pitchFamily="50" charset="-127"/>
              </a:rPr>
              <a:t> / </a:t>
            </a:r>
            <a:fld id="{93741137-C8C8-411D-8930-CFD24FDB5682}" type="slidenum">
              <a:rPr kumimoji="0" lang="ko-KR" altLang="en-US" sz="7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50" charset="-127"/>
                <a:ea typeface="나눔고딕" pitchFamily="50" charset="-127"/>
              </a:rPr>
              <a:t> 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223615" y="103584"/>
            <a:ext cx="9587296" cy="431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latin typeface="맑은 고딕" panose="020B0503020000020004" pitchFamily="50" charset="-127"/>
              </a:defRPr>
            </a:lvl1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20766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7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6.xml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8919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97" r:id="rId2"/>
    <p:sldLayoutId id="2147483725" r:id="rId3"/>
    <p:sldLayoutId id="2147483726" r:id="rId4"/>
  </p:sldLayoutIdLst>
  <p:txStyles>
    <p:titleStyle>
      <a:lvl1pPr algn="ctr" defTabSz="914395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8" indent="-342898" algn="l" defTabSz="914395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46" indent="-285749" algn="l" defTabSz="914395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93" indent="-228599" algn="l" defTabSz="914395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91" indent="-228599" algn="l" defTabSz="914395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88" indent="-228599" algn="l" defTabSz="914395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85" indent="-228599" algn="l" defTabSz="914395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83" indent="-228599" algn="l" defTabSz="914395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80" indent="-228599" algn="l" defTabSz="914395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77" indent="-228599" algn="l" defTabSz="914395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7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95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92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89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87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84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81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79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 userDrawn="1"/>
        </p:nvSpPr>
        <p:spPr>
          <a:xfrm>
            <a:off x="0" y="6461800"/>
            <a:ext cx="9906000" cy="10800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latin typeface="맑은 고딕" panose="020B0503020000020004" pitchFamily="50" charset="-127"/>
            </a:endParaRPr>
          </a:p>
        </p:txBody>
      </p:sp>
      <p:sp>
        <p:nvSpPr>
          <p:cNvPr id="14" name="직사각형 13"/>
          <p:cNvSpPr/>
          <p:nvPr userDrawn="1"/>
        </p:nvSpPr>
        <p:spPr>
          <a:xfrm>
            <a:off x="0" y="6475812"/>
            <a:ext cx="9906000" cy="10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latin typeface="맑은 고딕" panose="020B0503020000020004" pitchFamily="50" charset="-127"/>
            </a:endParaRPr>
          </a:p>
        </p:txBody>
      </p:sp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8097" y="6610747"/>
            <a:ext cx="329743" cy="103618"/>
          </a:xfrm>
          <a:prstGeom prst="rect">
            <a:avLst/>
          </a:prstGeom>
        </p:spPr>
      </p:pic>
      <p:sp>
        <p:nvSpPr>
          <p:cNvPr id="22" name="TextBox 21"/>
          <p:cNvSpPr txBox="1"/>
          <p:nvPr userDrawn="1"/>
        </p:nvSpPr>
        <p:spPr>
          <a:xfrm>
            <a:off x="9014391" y="6526940"/>
            <a:ext cx="4411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rgbClr val="909090"/>
                </a:solidFill>
                <a:latin typeface="맑은 고딕" panose="020B0503020000020004" pitchFamily="50" charset="-127"/>
                <a:ea typeface="+mj-ea"/>
                <a:cs typeface="Arial" pitchFamily="34" charset="0"/>
              </a:rPr>
              <a:t>page</a:t>
            </a:r>
            <a:endParaRPr lang="ko-KR" altLang="en-US" sz="900" dirty="0">
              <a:solidFill>
                <a:srgbClr val="909090"/>
              </a:solidFill>
              <a:latin typeface="맑은 고딕" panose="020B0503020000020004" pitchFamily="50" charset="-127"/>
              <a:ea typeface="+mj-ea"/>
              <a:cs typeface="Arial" pitchFamily="34" charset="0"/>
            </a:endParaRPr>
          </a:p>
        </p:txBody>
      </p:sp>
      <p:sp>
        <p:nvSpPr>
          <p:cNvPr id="23" name="슬라이드 번호 개체 틀 5"/>
          <p:cNvSpPr txBox="1">
            <a:spLocks/>
          </p:cNvSpPr>
          <p:nvPr userDrawn="1"/>
        </p:nvSpPr>
        <p:spPr>
          <a:xfrm>
            <a:off x="6239036" y="6526860"/>
            <a:ext cx="3571875" cy="250825"/>
          </a:xfrm>
          <a:prstGeom prst="rect">
            <a:avLst/>
          </a:prstGeom>
        </p:spPr>
        <p:txBody>
          <a:bodyPr anchor="ctr"/>
          <a:lstStyle>
            <a:lvl1pPr algn="l">
              <a:defRPr sz="1800">
                <a:solidFill>
                  <a:schemeClr val="bg1"/>
                </a:solidFill>
                <a:latin typeface="PF Din Text Cond Pro Medium" pitchFamily="2" charset="0"/>
                <a:ea typeface="Rix고딕 M" pitchFamily="18" charset="-127"/>
              </a:defRPr>
            </a:lvl1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50" charset="-127"/>
                <a:ea typeface="나눔고딕" pitchFamily="50" charset="-127"/>
              </a:rPr>
              <a:t> / </a:t>
            </a:r>
            <a:fld id="{93741137-C8C8-411D-8930-CFD24FDB5682}" type="slidenum">
              <a:rPr kumimoji="0" lang="ko-KR" altLang="en-US" sz="7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50" charset="-127"/>
                <a:ea typeface="나눔고딕" pitchFamily="50" charset="-127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50" charset="-127"/>
                <a:ea typeface="나눔고딕" pitchFamily="50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44293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698" r:id="rId2"/>
    <p:sldLayoutId id="2147483694" r:id="rId3"/>
    <p:sldLayoutId id="2147483709" r:id="rId4"/>
    <p:sldLayoutId id="2147483704" r:id="rId5"/>
    <p:sldLayoutId id="2147483696" r:id="rId6"/>
    <p:sldLayoutId id="2147483695" r:id="rId7"/>
    <p:sldLayoutId id="2147483691" r:id="rId8"/>
    <p:sldLayoutId id="2147483703" r:id="rId9"/>
    <p:sldLayoutId id="2147483710" r:id="rId10"/>
    <p:sldLayoutId id="2147483706" r:id="rId11"/>
    <p:sldLayoutId id="2147483707" r:id="rId12"/>
    <p:sldLayoutId id="2147483723" r:id="rId13"/>
    <p:sldLayoutId id="2147483724" r:id="rId14"/>
  </p:sldLayoutIdLst>
  <p:txStyles>
    <p:titleStyle>
      <a:lvl1pPr algn="ctr" defTabSz="914395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8" indent="-342898" algn="l" defTabSz="914395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46" indent="-285749" algn="l" defTabSz="914395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93" indent="-228599" algn="l" defTabSz="914395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91" indent="-228599" algn="l" defTabSz="914395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88" indent="-228599" algn="l" defTabSz="914395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85" indent="-228599" algn="l" defTabSz="914395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83" indent="-228599" algn="l" defTabSz="914395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80" indent="-228599" algn="l" defTabSz="914395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77" indent="-228599" algn="l" defTabSz="914395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7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95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92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89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87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84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81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79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wwwstg.lge.co.kr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hyperlink" Target="https://cmsdev50.lge.co.kr/admin/common/login.lg?SSL=Y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3010/guide/index.html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.jpeg"/><Relationship Id="rId4" Type="http://schemas.openxmlformats.org/officeDocument/2006/relationships/hyperlink" Target="https://wwwdev50.lge.co.kr/guide/index.html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B3A284-C6EA-4F98-8FC2-8FE41314FB9C}"/>
              </a:ext>
            </a:extLst>
          </p:cNvPr>
          <p:cNvSpPr txBox="1"/>
          <p:nvPr/>
        </p:nvSpPr>
        <p:spPr>
          <a:xfrm>
            <a:off x="371192" y="1573299"/>
            <a:ext cx="9279801" cy="185570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800" b="1" dirty="0">
                <a:latin typeface="+mj-ea"/>
                <a:ea typeface="+mj-ea"/>
              </a:rPr>
              <a:t>LG</a:t>
            </a:r>
            <a:r>
              <a:rPr lang="ko-KR" altLang="en-US" sz="2800" b="1" dirty="0">
                <a:latin typeface="+mj-ea"/>
                <a:ea typeface="+mj-ea"/>
              </a:rPr>
              <a:t>전자 통합사이트 퍼블리싱 가이드</a:t>
            </a:r>
            <a:endParaRPr lang="en-US" altLang="ko-KR" sz="2800" b="1" dirty="0">
              <a:latin typeface="+mj-ea"/>
              <a:ea typeface="+mj-ea"/>
            </a:endParaRPr>
          </a:p>
          <a:p>
            <a:pPr algn="ctr">
              <a:lnSpc>
                <a:spcPct val="150000"/>
              </a:lnSpc>
            </a:pPr>
            <a:r>
              <a:rPr lang="en-US" altLang="ko-KR" sz="2800" b="1" dirty="0">
                <a:latin typeface="+mj-ea"/>
                <a:ea typeface="+mj-ea"/>
              </a:rPr>
              <a:t>(</a:t>
            </a:r>
            <a:r>
              <a:rPr lang="ko-KR" altLang="en-US" sz="2800" b="1" dirty="0">
                <a:latin typeface="+mj-ea"/>
                <a:ea typeface="+mj-ea"/>
              </a:rPr>
              <a:t>외부 공유용</a:t>
            </a:r>
            <a:r>
              <a:rPr lang="en-US" altLang="ko-KR" sz="2800" b="1" dirty="0">
                <a:latin typeface="+mj-ea"/>
                <a:ea typeface="+mj-ea"/>
              </a:rPr>
              <a:t>)</a:t>
            </a:r>
          </a:p>
          <a:p>
            <a:pPr algn="ctr">
              <a:lnSpc>
                <a:spcPct val="150000"/>
              </a:lnSpc>
            </a:pPr>
            <a:endParaRPr lang="en-US" altLang="ko-KR" sz="2800" b="1" dirty="0">
              <a:latin typeface="+mj-ea"/>
              <a:ea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B84B8A-14B0-4DF9-9718-C03BB433AD5C}"/>
              </a:ext>
            </a:extLst>
          </p:cNvPr>
          <p:cNvSpPr txBox="1"/>
          <p:nvPr/>
        </p:nvSpPr>
        <p:spPr>
          <a:xfrm>
            <a:off x="4782439" y="2895132"/>
            <a:ext cx="457305" cy="18466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altLang="ko-KR" sz="1200" b="1" dirty="0">
                <a:latin typeface="+mj-ea"/>
              </a:rPr>
              <a:t>Ver1.4</a:t>
            </a:r>
            <a:endParaRPr lang="ko-KR" altLang="en-US" sz="120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020497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A896944-E4A0-4303-A23D-A51EE41761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sz="1500" dirty="0"/>
              <a:t>변경 이력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D2EBEB98-C567-43DE-97FB-538A1E66CD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1125368"/>
              </p:ext>
            </p:extLst>
          </p:nvPr>
        </p:nvGraphicFramePr>
        <p:xfrm>
          <a:off x="414654" y="770414"/>
          <a:ext cx="9043671" cy="1091836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271644">
                  <a:extLst>
                    <a:ext uri="{9D8B030D-6E8A-4147-A177-3AD203B41FA5}">
                      <a16:colId xmlns:a16="http://schemas.microsoft.com/office/drawing/2014/main" val="603785655"/>
                    </a:ext>
                  </a:extLst>
                </a:gridCol>
                <a:gridCol w="1523627">
                  <a:extLst>
                    <a:ext uri="{9D8B030D-6E8A-4147-A177-3AD203B41FA5}">
                      <a16:colId xmlns:a16="http://schemas.microsoft.com/office/drawing/2014/main" val="1222720262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749931204"/>
                    </a:ext>
                  </a:extLst>
                </a:gridCol>
                <a:gridCol w="4676775">
                  <a:extLst>
                    <a:ext uri="{9D8B030D-6E8A-4147-A177-3AD203B41FA5}">
                      <a16:colId xmlns:a16="http://schemas.microsoft.com/office/drawing/2014/main" val="534247163"/>
                    </a:ext>
                  </a:extLst>
                </a:gridCol>
              </a:tblGrid>
              <a:tr h="272959">
                <a:tc>
                  <a:txBody>
                    <a:bodyPr/>
                    <a:lstStyle/>
                    <a:p>
                      <a:pPr marL="457200" algn="l" latinLnBrk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ko-KR" altLang="en-US" sz="900" kern="100" baseline="0" dirty="0">
                          <a:solidFill>
                            <a:schemeClr val="bg1"/>
                          </a:solidFill>
                          <a:effectLst/>
                          <a:latin typeface="YouandiModern TextRegular"/>
                          <a:ea typeface="맑은 고딕" panose="020B0503020000020004" pitchFamily="34" charset="-127"/>
                          <a:cs typeface="YouandiModern TextRegular"/>
                        </a:rPr>
                        <a:t>버전</a:t>
                      </a:r>
                      <a:endParaRPr lang="ko-KR" sz="900" kern="100" baseline="0" dirty="0">
                        <a:solidFill>
                          <a:schemeClr val="bg1"/>
                        </a:solidFill>
                        <a:effectLst/>
                        <a:latin typeface="YouandiModern TextRegular"/>
                        <a:ea typeface="맑은 고딕" panose="020B0503020000020004" pitchFamily="34" charset="-127"/>
                        <a:cs typeface="YouandiModern TextRegular"/>
                      </a:endParaRPr>
                    </a:p>
                  </a:txBody>
                  <a:tcPr marL="68580" marR="6858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457200" algn="l" latinLnBrk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ko-KR" sz="900" kern="100" baseline="0" dirty="0">
                          <a:solidFill>
                            <a:schemeClr val="bg1"/>
                          </a:solidFill>
                          <a:effectLst/>
                        </a:rPr>
                        <a:t>작성일</a:t>
                      </a:r>
                      <a:endParaRPr lang="ko-KR" sz="900" kern="100" baseline="0" dirty="0">
                        <a:solidFill>
                          <a:schemeClr val="bg1"/>
                        </a:solidFill>
                        <a:effectLst/>
                        <a:latin typeface="YouandiModern TextRegular"/>
                        <a:ea typeface="맑은 고딕" panose="020B0503020000020004" pitchFamily="34" charset="-127"/>
                        <a:cs typeface="YouandiModern TextRegular"/>
                      </a:endParaRPr>
                    </a:p>
                  </a:txBody>
                  <a:tcPr marL="68580" marR="6858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457200" algn="l" latinLnBrk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ko-KR" sz="900" kern="100" baseline="0" dirty="0">
                          <a:solidFill>
                            <a:schemeClr val="bg1"/>
                          </a:solidFill>
                          <a:effectLst/>
                        </a:rPr>
                        <a:t>작성자</a:t>
                      </a:r>
                      <a:endParaRPr lang="ko-KR" sz="900" kern="100" baseline="0" dirty="0">
                        <a:solidFill>
                          <a:schemeClr val="bg1"/>
                        </a:solidFill>
                        <a:effectLst/>
                        <a:latin typeface="YouandiModern TextRegular"/>
                        <a:ea typeface="맑은 고딕" panose="020B0503020000020004" pitchFamily="34" charset="-127"/>
                        <a:cs typeface="YouandiModern TextRegular"/>
                      </a:endParaRPr>
                    </a:p>
                  </a:txBody>
                  <a:tcPr marL="68580" marR="68580" marT="0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457200" algn="ctr" latinLnBrk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ko-KR" altLang="en-US" sz="900" kern="100" baseline="0" dirty="0">
                          <a:solidFill>
                            <a:schemeClr val="bg1"/>
                          </a:solidFill>
                          <a:effectLst/>
                          <a:latin typeface="YouandiModern TextRegular"/>
                          <a:ea typeface="맑은 고딕" panose="020B0503020000020004" pitchFamily="34" charset="-127"/>
                          <a:cs typeface="YouandiModern TextRegular"/>
                        </a:rPr>
                        <a:t>비고</a:t>
                      </a:r>
                      <a:endParaRPr lang="ko-KR" sz="900" kern="100" baseline="0" dirty="0">
                        <a:solidFill>
                          <a:schemeClr val="bg1"/>
                        </a:solidFill>
                        <a:effectLst/>
                        <a:latin typeface="YouandiModern TextRegular"/>
                        <a:ea typeface="맑은 고딕" panose="020B0503020000020004" pitchFamily="34" charset="-127"/>
                        <a:cs typeface="YouandiModern TextRegular"/>
                      </a:endParaRPr>
                    </a:p>
                  </a:txBody>
                  <a:tcPr marL="68580" marR="68580" marT="0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1073009"/>
                  </a:ext>
                </a:extLst>
              </a:tr>
              <a:tr h="272959">
                <a:tc>
                  <a:txBody>
                    <a:bodyPr/>
                    <a:lstStyle/>
                    <a:p>
                      <a:pPr marL="457200" algn="l" latinLnBrk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altLang="ko-KR" sz="900" kern="100" dirty="0">
                          <a:effectLst/>
                          <a:latin typeface="YouandiModern TextRegular"/>
                          <a:ea typeface="맑은 고딕" panose="020B0503020000020004" pitchFamily="34" charset="-127"/>
                          <a:cs typeface="YouandiModern TextRegular"/>
                        </a:rPr>
                        <a:t>1.2</a:t>
                      </a:r>
                      <a:endParaRPr lang="ko-KR" sz="900" kern="100" dirty="0">
                        <a:effectLst/>
                        <a:latin typeface="YouandiModern TextRegular"/>
                        <a:ea typeface="맑은 고딕" panose="020B0503020000020004" pitchFamily="34" charset="-127"/>
                        <a:cs typeface="YouandiModern TextRegular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457200" algn="l" latinLnBrk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altLang="ko-KR" sz="900" kern="100" dirty="0">
                          <a:effectLst/>
                          <a:latin typeface="YouandiModern TextRegular"/>
                          <a:ea typeface="맑은 고딕" panose="020B0503020000020004" pitchFamily="34" charset="-127"/>
                          <a:cs typeface="YouandiModern TextRegular"/>
                        </a:rPr>
                        <a:t>2023-07-26</a:t>
                      </a:r>
                      <a:endParaRPr lang="ko-KR" sz="900" kern="100" dirty="0">
                        <a:effectLst/>
                        <a:latin typeface="YouandiModern TextRegular"/>
                        <a:ea typeface="맑은 고딕" panose="020B0503020000020004" pitchFamily="34" charset="-127"/>
                        <a:cs typeface="YouandiModern TextRegular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457200" algn="l" latinLnBrk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ko-KR" altLang="en-US" sz="900" kern="100" dirty="0">
                          <a:effectLst/>
                          <a:latin typeface="YouandiModern TextRegular"/>
                          <a:ea typeface="맑은 고딕" panose="020B0503020000020004" pitchFamily="34" charset="-127"/>
                          <a:cs typeface="YouandiModern TextRegular"/>
                        </a:rPr>
                        <a:t>임혜란</a:t>
                      </a:r>
                      <a:endParaRPr lang="ko-KR" sz="900" kern="100" dirty="0">
                        <a:effectLst/>
                        <a:latin typeface="YouandiModern TextRegular"/>
                        <a:ea typeface="맑은 고딕" panose="020B0503020000020004" pitchFamily="34" charset="-127"/>
                        <a:cs typeface="YouandiModern TextRegular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457200" algn="l" latinLnBrk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ko-KR" sz="900" kern="100" dirty="0">
                        <a:effectLst/>
                        <a:latin typeface="YouandiModern TextRegular"/>
                        <a:ea typeface="맑은 고딕" panose="020B0503020000020004" pitchFamily="34" charset="-127"/>
                        <a:cs typeface="YouandiModern TextRegular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28976265"/>
                  </a:ext>
                </a:extLst>
              </a:tr>
              <a:tr h="272959">
                <a:tc>
                  <a:txBody>
                    <a:bodyPr/>
                    <a:lstStyle/>
                    <a:p>
                      <a:pPr marL="457200" algn="l" latinLnBrk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altLang="ko-KR" sz="900" kern="100" dirty="0">
                          <a:effectLst/>
                          <a:latin typeface="YouandiModern TextRegular"/>
                          <a:ea typeface="맑은 고딕" panose="020B0503020000020004" pitchFamily="34" charset="-127"/>
                          <a:cs typeface="YouandiModern TextRegular"/>
                        </a:rPr>
                        <a:t>1.3</a:t>
                      </a:r>
                      <a:endParaRPr lang="ko-KR" sz="900" kern="100" dirty="0">
                        <a:effectLst/>
                        <a:latin typeface="YouandiModern TextRegular"/>
                        <a:ea typeface="맑은 고딕" panose="020B0503020000020004" pitchFamily="34" charset="-127"/>
                        <a:cs typeface="YouandiModern TextRegular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457200" algn="l" latinLnBrk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altLang="ko-KR" sz="900" kern="100" dirty="0">
                          <a:effectLst/>
                          <a:latin typeface="YouandiModern TextRegular"/>
                          <a:ea typeface="맑은 고딕" panose="020B0503020000020004" pitchFamily="34" charset="-127"/>
                          <a:cs typeface="YouandiModern TextRegular"/>
                        </a:rPr>
                        <a:t>2025-07-08</a:t>
                      </a:r>
                      <a:endParaRPr lang="ko-KR" sz="900" kern="100" dirty="0">
                        <a:effectLst/>
                        <a:latin typeface="YouandiModern TextRegular"/>
                        <a:ea typeface="맑은 고딕" panose="020B0503020000020004" pitchFamily="34" charset="-127"/>
                        <a:cs typeface="YouandiModern TextRegular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457200" algn="l" latinLnBrk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ko-KR" altLang="en-US" sz="900" kern="100" dirty="0">
                          <a:effectLst/>
                          <a:latin typeface="YouandiModern TextRegular"/>
                          <a:ea typeface="맑은 고딕" panose="020B0503020000020004" pitchFamily="34" charset="-127"/>
                          <a:cs typeface="YouandiModern TextRegular"/>
                        </a:rPr>
                        <a:t>이주현</a:t>
                      </a:r>
                      <a:endParaRPr lang="ko-KR" sz="900" kern="100" dirty="0">
                        <a:effectLst/>
                        <a:latin typeface="YouandiModern TextRegular"/>
                        <a:ea typeface="맑은 고딕" panose="020B0503020000020004" pitchFamily="34" charset="-127"/>
                        <a:cs typeface="YouandiModern TextRegular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457200" algn="l" latinLnBrk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ko-KR" altLang="en-US" sz="900" kern="100" dirty="0">
                          <a:effectLst/>
                          <a:latin typeface="YouandiModern TextRegular"/>
                          <a:ea typeface="맑은 고딕" panose="020B0503020000020004" pitchFamily="34" charset="-127"/>
                          <a:cs typeface="YouandiModern TextRegular"/>
                        </a:rPr>
                        <a:t>모바일 헤더 디자인 </a:t>
                      </a:r>
                      <a:r>
                        <a:rPr lang="en-US" altLang="ko-KR" sz="900" kern="100" dirty="0">
                          <a:effectLst/>
                          <a:latin typeface="YouandiModern TextRegular"/>
                          <a:ea typeface="맑은 고딕" panose="020B0503020000020004" pitchFamily="34" charset="-127"/>
                          <a:cs typeface="YouandiModern TextRegular"/>
                        </a:rPr>
                        <a:t>3.0 </a:t>
                      </a:r>
                      <a:r>
                        <a:rPr lang="ko-KR" altLang="en-US" sz="900" kern="100" dirty="0">
                          <a:effectLst/>
                          <a:latin typeface="YouandiModern TextRegular"/>
                          <a:ea typeface="맑은 고딕" panose="020B0503020000020004" pitchFamily="34" charset="-127"/>
                          <a:cs typeface="YouandiModern TextRegular"/>
                        </a:rPr>
                        <a:t>개편에 따른 마크업 수정 사항 추가</a:t>
                      </a:r>
                      <a:endParaRPr lang="ko-KR" sz="900" kern="100" dirty="0">
                        <a:effectLst/>
                        <a:latin typeface="YouandiModern TextRegular"/>
                        <a:ea typeface="맑은 고딕" panose="020B0503020000020004" pitchFamily="34" charset="-127"/>
                        <a:cs typeface="YouandiModern TextRegular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85688655"/>
                  </a:ext>
                </a:extLst>
              </a:tr>
              <a:tr h="272959">
                <a:tc>
                  <a:txBody>
                    <a:bodyPr/>
                    <a:lstStyle/>
                    <a:p>
                      <a:pPr marL="457200" algn="l" latinLnBrk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altLang="ko-KR" sz="900" kern="100" dirty="0">
                          <a:effectLst/>
                          <a:latin typeface="YouandiModern TextRegular"/>
                          <a:ea typeface="맑은 고딕" panose="020B0503020000020004" pitchFamily="34" charset="-127"/>
                          <a:cs typeface="YouandiModern TextRegular"/>
                        </a:rPr>
                        <a:t>1.4</a:t>
                      </a:r>
                      <a:endParaRPr lang="ko-KR" sz="900" kern="100" dirty="0">
                        <a:effectLst/>
                        <a:latin typeface="YouandiModern TextRegular"/>
                        <a:ea typeface="맑은 고딕" panose="020B0503020000020004" pitchFamily="34" charset="-127"/>
                        <a:cs typeface="YouandiModern TextRegular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457200" algn="l" latinLnBrk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altLang="ko-KR" sz="900" kern="100" dirty="0">
                          <a:effectLst/>
                          <a:latin typeface="YouandiModern TextRegular"/>
                          <a:ea typeface="맑은 고딕" panose="020B0503020000020004" pitchFamily="34" charset="-127"/>
                          <a:cs typeface="YouandiModern TextRegular"/>
                        </a:rPr>
                        <a:t>2025-08-05</a:t>
                      </a:r>
                      <a:endParaRPr lang="ko-KR" sz="900" kern="100" dirty="0">
                        <a:effectLst/>
                        <a:latin typeface="YouandiModern TextRegular"/>
                        <a:ea typeface="맑은 고딕" panose="020B0503020000020004" pitchFamily="34" charset="-127"/>
                        <a:cs typeface="YouandiModern TextRegular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457200" algn="l" latinLnBrk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ko-KR" altLang="en-US" sz="900" kern="100" dirty="0">
                          <a:effectLst/>
                          <a:latin typeface="YouandiModern TextRegular"/>
                          <a:ea typeface="맑은 고딕" panose="020B0503020000020004" pitchFamily="34" charset="-127"/>
                          <a:cs typeface="YouandiModern TextRegular"/>
                        </a:rPr>
                        <a:t>이주현</a:t>
                      </a:r>
                      <a:endParaRPr lang="ko-KR" sz="900" kern="100" dirty="0">
                        <a:effectLst/>
                        <a:latin typeface="YouandiModern TextRegular"/>
                        <a:ea typeface="맑은 고딕" panose="020B0503020000020004" pitchFamily="34" charset="-127"/>
                        <a:cs typeface="YouandiModern TextRegular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457200" algn="l" latinLnBrk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ko-KR" altLang="en-US" sz="900" kern="100">
                          <a:effectLst/>
                          <a:latin typeface="YouandiModern TextRegular"/>
                          <a:ea typeface="맑은 고딕" panose="020B0503020000020004" pitchFamily="34" charset="-127"/>
                          <a:cs typeface="YouandiModern TextRegular"/>
                        </a:rPr>
                        <a:t>모바일 스토리 헤더 마크업 수정</a:t>
                      </a:r>
                      <a:r>
                        <a:rPr lang="en-US" altLang="ko-KR" sz="900" kern="100" dirty="0">
                          <a:effectLst/>
                          <a:latin typeface="YouandiModern TextRegular"/>
                          <a:ea typeface="맑은 고딕" panose="020B0503020000020004" pitchFamily="34" charset="-127"/>
                          <a:cs typeface="YouandiModern TextRegular"/>
                        </a:rPr>
                        <a:t>(p21~23)</a:t>
                      </a:r>
                      <a:endParaRPr lang="ko-KR" sz="900" kern="100" dirty="0">
                        <a:effectLst/>
                        <a:latin typeface="YouandiModern TextRegular"/>
                        <a:ea typeface="맑은 고딕" panose="020B0503020000020004" pitchFamily="34" charset="-127"/>
                        <a:cs typeface="YouandiModern TextRegular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180770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5612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직사각형 66">
            <a:extLst>
              <a:ext uri="{FF2B5EF4-FFF2-40B4-BE49-F238E27FC236}">
                <a16:creationId xmlns:a16="http://schemas.microsoft.com/office/drawing/2014/main" id="{983BE609-B5B3-4A0D-984A-5FDDCC3834D1}"/>
              </a:ext>
            </a:extLst>
          </p:cNvPr>
          <p:cNvSpPr/>
          <p:nvPr/>
        </p:nvSpPr>
        <p:spPr>
          <a:xfrm>
            <a:off x="1110850" y="3539911"/>
            <a:ext cx="8476766" cy="26073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48A9496C-5A26-4AF5-A484-588D8B7FD887}"/>
              </a:ext>
            </a:extLst>
          </p:cNvPr>
          <p:cNvSpPr/>
          <p:nvPr/>
        </p:nvSpPr>
        <p:spPr>
          <a:xfrm>
            <a:off x="1110850" y="1186011"/>
            <a:ext cx="8476766" cy="2199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/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223615" y="103584"/>
            <a:ext cx="9587296" cy="431800"/>
          </a:xfrm>
        </p:spPr>
        <p:txBody>
          <a:bodyPr/>
          <a:lstStyle/>
          <a:p>
            <a:r>
              <a:rPr lang="ko-KR" altLang="en-US" dirty="0"/>
              <a:t>프로세스</a:t>
            </a:r>
            <a:r>
              <a:rPr lang="en-US" altLang="ko-KR" dirty="0"/>
              <a:t> </a:t>
            </a:r>
            <a:r>
              <a:rPr lang="ko-KR" altLang="en-US" dirty="0"/>
              <a:t>및</a:t>
            </a:r>
            <a:r>
              <a:rPr lang="en-US" altLang="ko-KR" dirty="0"/>
              <a:t> R&amp;R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416391C-1D9E-41C1-950F-A0897D0A5435}"/>
              </a:ext>
            </a:extLst>
          </p:cNvPr>
          <p:cNvSpPr/>
          <p:nvPr/>
        </p:nvSpPr>
        <p:spPr>
          <a:xfrm>
            <a:off x="2734151" y="2009877"/>
            <a:ext cx="1113579" cy="624689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디자인가이드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en-US" altLang="ko-KR" sz="1000" dirty="0" err="1">
                <a:solidFill>
                  <a:schemeClr val="tx1"/>
                </a:solidFill>
              </a:rPr>
              <a:t>kr</a:t>
            </a:r>
            <a:r>
              <a:rPr lang="en-US" altLang="ko-KR" sz="1000" dirty="0">
                <a:solidFill>
                  <a:schemeClr val="tx1"/>
                </a:solidFill>
              </a:rPr>
              <a:t>)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준수 여부 검수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770C96A-AE50-4656-8EF7-8D18D7D207B9}"/>
              </a:ext>
            </a:extLst>
          </p:cNvPr>
          <p:cNvSpPr/>
          <p:nvPr/>
        </p:nvSpPr>
        <p:spPr>
          <a:xfrm>
            <a:off x="2734151" y="3997110"/>
            <a:ext cx="1113579" cy="624689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디자인시안 제작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12BD89B-21B2-4184-859F-F443B5972387}"/>
              </a:ext>
            </a:extLst>
          </p:cNvPr>
          <p:cNvSpPr/>
          <p:nvPr/>
        </p:nvSpPr>
        <p:spPr>
          <a:xfrm>
            <a:off x="449948" y="3539910"/>
            <a:ext cx="660902" cy="2607391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제작사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589D3DD-A4E7-47E4-A640-12A4BDCDD68F}"/>
              </a:ext>
            </a:extLst>
          </p:cNvPr>
          <p:cNvSpPr/>
          <p:nvPr/>
        </p:nvSpPr>
        <p:spPr>
          <a:xfrm>
            <a:off x="449948" y="1186011"/>
            <a:ext cx="660902" cy="221809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닷컴</a:t>
            </a:r>
            <a:r>
              <a:rPr lang="en-US" altLang="ko-KR" sz="1000" dirty="0">
                <a:solidFill>
                  <a:schemeClr val="tx1"/>
                </a:solidFill>
              </a:rPr>
              <a:t>(Kr)</a:t>
            </a: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SM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8CE9037-14A0-445D-BF20-F6BC39133E09}"/>
              </a:ext>
            </a:extLst>
          </p:cNvPr>
          <p:cNvSpPr/>
          <p:nvPr/>
        </p:nvSpPr>
        <p:spPr>
          <a:xfrm>
            <a:off x="1303701" y="3997110"/>
            <a:ext cx="1113579" cy="624689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기획안 작성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EA85FF3-E831-40EC-9B68-9B04AB03150E}"/>
              </a:ext>
            </a:extLst>
          </p:cNvPr>
          <p:cNvSpPr/>
          <p:nvPr/>
        </p:nvSpPr>
        <p:spPr>
          <a:xfrm>
            <a:off x="1302337" y="2009877"/>
            <a:ext cx="1113579" cy="624689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사전 검토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>
                <a:solidFill>
                  <a:srgbClr val="FF0000"/>
                </a:solidFill>
              </a:rPr>
              <a:t>(</a:t>
            </a:r>
            <a:r>
              <a:rPr lang="ko-KR" altLang="en-US" sz="1000" dirty="0">
                <a:solidFill>
                  <a:srgbClr val="FF0000"/>
                </a:solidFill>
              </a:rPr>
              <a:t>비즈니스 로직 </a:t>
            </a:r>
            <a:endParaRPr lang="en-US" altLang="ko-KR" sz="1000" dirty="0">
              <a:solidFill>
                <a:srgbClr val="FF0000"/>
              </a:solidFill>
            </a:endParaRPr>
          </a:p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포함 여부 등</a:t>
            </a:r>
            <a:r>
              <a:rPr lang="en-US" altLang="ko-KR" sz="1000" dirty="0">
                <a:solidFill>
                  <a:srgbClr val="FF0000"/>
                </a:solidFill>
              </a:rPr>
              <a:t>)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B692E3B-0275-4404-89EC-3F61485C5997}"/>
              </a:ext>
            </a:extLst>
          </p:cNvPr>
          <p:cNvSpPr/>
          <p:nvPr/>
        </p:nvSpPr>
        <p:spPr>
          <a:xfrm>
            <a:off x="5513562" y="3997110"/>
            <a:ext cx="1113579" cy="624689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퍼블리싱</a:t>
            </a:r>
            <a:r>
              <a:rPr lang="en-US" altLang="ko-KR" sz="1000" dirty="0">
                <a:solidFill>
                  <a:schemeClr val="tx1"/>
                </a:solidFill>
              </a:rPr>
              <a:t>,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테스트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FA55DAD-3298-4889-B7F0-E61F07FE5C35}"/>
              </a:ext>
            </a:extLst>
          </p:cNvPr>
          <p:cNvSpPr/>
          <p:nvPr/>
        </p:nvSpPr>
        <p:spPr>
          <a:xfrm>
            <a:off x="4793825" y="2009877"/>
            <a:ext cx="1113579" cy="624689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JSP </a:t>
            </a:r>
            <a:r>
              <a:rPr lang="ko-KR" altLang="en-US" sz="1000" dirty="0">
                <a:solidFill>
                  <a:schemeClr val="tx1"/>
                </a:solidFill>
              </a:rPr>
              <a:t>제작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GA</a:t>
            </a:r>
            <a:r>
              <a:rPr lang="ko-KR" altLang="en-US" sz="1000" dirty="0">
                <a:solidFill>
                  <a:schemeClr val="tx1"/>
                </a:solidFill>
              </a:rPr>
              <a:t>기본코드 적용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C6D912-2475-4D34-A65F-6C982F9DAF42}"/>
              </a:ext>
            </a:extLst>
          </p:cNvPr>
          <p:cNvSpPr/>
          <p:nvPr/>
        </p:nvSpPr>
        <p:spPr>
          <a:xfrm>
            <a:off x="6898753" y="2009877"/>
            <a:ext cx="1113579" cy="624689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QA(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필요시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F640C11-D800-47AB-B683-B87EBC4C20D4}"/>
              </a:ext>
            </a:extLst>
          </p:cNvPr>
          <p:cNvSpPr/>
          <p:nvPr/>
        </p:nvSpPr>
        <p:spPr>
          <a:xfrm>
            <a:off x="6898753" y="3997110"/>
            <a:ext cx="1113579" cy="624689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테스트</a:t>
            </a:r>
            <a:r>
              <a:rPr lang="en-US" altLang="ko-KR" sz="1000" dirty="0">
                <a:solidFill>
                  <a:schemeClr val="tx1"/>
                </a:solidFill>
              </a:rPr>
              <a:t>,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결함 조치</a:t>
            </a:r>
            <a:r>
              <a:rPr lang="en-US" altLang="ko-KR" sz="1000" dirty="0">
                <a:solidFill>
                  <a:schemeClr val="tx1"/>
                </a:solidFill>
              </a:rPr>
              <a:t>,</a:t>
            </a: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GA</a:t>
            </a:r>
            <a:r>
              <a:rPr lang="ko-KR" altLang="en-US" sz="1000" dirty="0">
                <a:solidFill>
                  <a:schemeClr val="tx1"/>
                </a:solidFill>
              </a:rPr>
              <a:t>추가코드 적용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C71291-80A9-4749-AC02-5BA66754CDED}"/>
              </a:ext>
            </a:extLst>
          </p:cNvPr>
          <p:cNvSpPr txBox="1"/>
          <p:nvPr/>
        </p:nvSpPr>
        <p:spPr>
          <a:xfrm>
            <a:off x="5495456" y="3805195"/>
            <a:ext cx="283732" cy="18466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altLang="ko-KR" sz="1200" b="1" dirty="0">
                <a:latin typeface="+mj-ea"/>
              </a:rPr>
              <a:t>Dev</a:t>
            </a:r>
            <a:endParaRPr lang="ko-KR" altLang="en-US" sz="1200" b="1" dirty="0">
              <a:latin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066FD5-DB5F-4FA6-BD00-56A803B446E0}"/>
              </a:ext>
            </a:extLst>
          </p:cNvPr>
          <p:cNvSpPr txBox="1"/>
          <p:nvPr/>
        </p:nvSpPr>
        <p:spPr>
          <a:xfrm>
            <a:off x="6898753" y="3805195"/>
            <a:ext cx="237053" cy="18466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altLang="ko-KR" sz="1200" b="1" dirty="0">
                <a:latin typeface="+mj-ea"/>
              </a:rPr>
              <a:t>Stg</a:t>
            </a:r>
            <a:endParaRPr lang="ko-KR" altLang="en-US" sz="1200" b="1" dirty="0">
              <a:latin typeface="+mj-ea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08DA587-4962-44B8-B210-9021D0939F7F}"/>
              </a:ext>
            </a:extLst>
          </p:cNvPr>
          <p:cNvSpPr/>
          <p:nvPr/>
        </p:nvSpPr>
        <p:spPr>
          <a:xfrm>
            <a:off x="8302050" y="3997110"/>
            <a:ext cx="1113579" cy="624689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오픈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B27FDFF-BDAF-4BC4-8306-76A344DA05EA}"/>
              </a:ext>
            </a:extLst>
          </p:cNvPr>
          <p:cNvSpPr txBox="1"/>
          <p:nvPr/>
        </p:nvSpPr>
        <p:spPr>
          <a:xfrm>
            <a:off x="8302050" y="3805195"/>
            <a:ext cx="345479" cy="18466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altLang="ko-KR" sz="1200" b="1" dirty="0">
                <a:latin typeface="+mj-ea"/>
              </a:rPr>
              <a:t>Prod</a:t>
            </a:r>
            <a:endParaRPr lang="ko-KR" altLang="en-US" sz="1200" b="1" dirty="0">
              <a:latin typeface="+mj-ea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7F21378-4CF8-4900-B9E8-553A6741A82F}"/>
              </a:ext>
            </a:extLst>
          </p:cNvPr>
          <p:cNvSpPr/>
          <p:nvPr/>
        </p:nvSpPr>
        <p:spPr>
          <a:xfrm>
            <a:off x="4123856" y="3997110"/>
            <a:ext cx="1113579" cy="624689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퍼블리싱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62241BA-E9B2-4D77-88A9-C74DBCF2CC4C}"/>
              </a:ext>
            </a:extLst>
          </p:cNvPr>
          <p:cNvSpPr txBox="1"/>
          <p:nvPr/>
        </p:nvSpPr>
        <p:spPr>
          <a:xfrm>
            <a:off x="4105750" y="3805195"/>
            <a:ext cx="620363" cy="18466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altLang="ko-KR" sz="1200" b="1" dirty="0">
                <a:latin typeface="+mj-ea"/>
              </a:rPr>
              <a:t>Local</a:t>
            </a:r>
            <a:r>
              <a:rPr lang="ko-KR" altLang="en-US" sz="1200" b="1" dirty="0">
                <a:latin typeface="+mj-ea"/>
              </a:rPr>
              <a:t> </a:t>
            </a:r>
            <a:r>
              <a:rPr lang="en-US" altLang="ko-KR" sz="1200" b="1" dirty="0">
                <a:latin typeface="+mj-ea"/>
              </a:rPr>
              <a:t>PC</a:t>
            </a:r>
            <a:endParaRPr lang="ko-KR" altLang="en-US" sz="1200" b="1" dirty="0">
              <a:latin typeface="+mj-ea"/>
            </a:endParaRP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E8AEFBC5-A9DC-41C3-9C9B-13AA4DACFBD6}"/>
              </a:ext>
            </a:extLst>
          </p:cNvPr>
          <p:cNvCxnSpPr>
            <a:stCxn id="11" idx="0"/>
            <a:endCxn id="12" idx="2"/>
          </p:cNvCxnSpPr>
          <p:nvPr/>
        </p:nvCxnSpPr>
        <p:spPr>
          <a:xfrm flipH="1" flipV="1">
            <a:off x="1859127" y="2634566"/>
            <a:ext cx="1364" cy="136254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C0663EE5-7AE7-40DC-9A16-E3A190BFE3F8}"/>
              </a:ext>
            </a:extLst>
          </p:cNvPr>
          <p:cNvCxnSpPr>
            <a:cxnSpLocks/>
            <a:stCxn id="11" idx="3"/>
            <a:endCxn id="7" idx="1"/>
          </p:cNvCxnSpPr>
          <p:nvPr/>
        </p:nvCxnSpPr>
        <p:spPr>
          <a:xfrm>
            <a:off x="2417280" y="4309455"/>
            <a:ext cx="31687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7EECF927-9DCC-4022-9188-09BCCD05500E}"/>
              </a:ext>
            </a:extLst>
          </p:cNvPr>
          <p:cNvCxnSpPr/>
          <p:nvPr/>
        </p:nvCxnSpPr>
        <p:spPr>
          <a:xfrm flipH="1" flipV="1">
            <a:off x="3147591" y="2634566"/>
            <a:ext cx="1364" cy="136254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0EE0240A-8BF8-4B26-871E-1FD9FF66F550}"/>
              </a:ext>
            </a:extLst>
          </p:cNvPr>
          <p:cNvCxnSpPr/>
          <p:nvPr/>
        </p:nvCxnSpPr>
        <p:spPr>
          <a:xfrm>
            <a:off x="3431266" y="2634566"/>
            <a:ext cx="0" cy="136254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221D2E9C-4F84-4FBE-B944-67791467F94D}"/>
              </a:ext>
            </a:extLst>
          </p:cNvPr>
          <p:cNvSpPr txBox="1"/>
          <p:nvPr/>
        </p:nvSpPr>
        <p:spPr>
          <a:xfrm>
            <a:off x="2889553" y="3148369"/>
            <a:ext cx="256480" cy="3077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ko-KR" altLang="en-US" sz="1000" dirty="0">
                <a:latin typeface="+mj-ea"/>
              </a:rPr>
              <a:t>검수</a:t>
            </a:r>
            <a:endParaRPr lang="en-US" altLang="ko-KR" sz="1000" dirty="0">
              <a:latin typeface="+mj-ea"/>
            </a:endParaRPr>
          </a:p>
          <a:p>
            <a:r>
              <a:rPr lang="ko-KR" altLang="en-US" sz="1000" dirty="0">
                <a:latin typeface="+mj-ea"/>
              </a:rPr>
              <a:t>요청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93B13E5-081D-4D71-91E2-6919F607683B}"/>
              </a:ext>
            </a:extLst>
          </p:cNvPr>
          <p:cNvSpPr txBox="1"/>
          <p:nvPr/>
        </p:nvSpPr>
        <p:spPr>
          <a:xfrm>
            <a:off x="3452719" y="3148369"/>
            <a:ext cx="384721" cy="3077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ko-KR" altLang="en-US" sz="1000" dirty="0">
                <a:latin typeface="+mj-ea"/>
              </a:rPr>
              <a:t>수정 </a:t>
            </a:r>
            <a:endParaRPr lang="en-US" altLang="ko-KR" sz="1000" dirty="0">
              <a:latin typeface="+mj-ea"/>
            </a:endParaRPr>
          </a:p>
          <a:p>
            <a:r>
              <a:rPr lang="ko-KR" altLang="en-US" sz="1000" dirty="0">
                <a:latin typeface="+mj-ea"/>
              </a:rPr>
              <a:t>피드백</a:t>
            </a:r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29D7E2B9-3133-4C4A-B3CC-EE95C5BA7B1C}"/>
              </a:ext>
            </a:extLst>
          </p:cNvPr>
          <p:cNvCxnSpPr>
            <a:cxnSpLocks/>
            <a:stCxn id="7" idx="3"/>
            <a:endCxn id="21" idx="1"/>
          </p:cNvCxnSpPr>
          <p:nvPr/>
        </p:nvCxnSpPr>
        <p:spPr>
          <a:xfrm>
            <a:off x="3847730" y="4309455"/>
            <a:ext cx="27612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95906854-2A38-4960-88AB-2CEC18803449}"/>
              </a:ext>
            </a:extLst>
          </p:cNvPr>
          <p:cNvCxnSpPr>
            <a:cxnSpLocks/>
            <a:stCxn id="21" idx="3"/>
            <a:endCxn id="13" idx="1"/>
          </p:cNvCxnSpPr>
          <p:nvPr/>
        </p:nvCxnSpPr>
        <p:spPr>
          <a:xfrm>
            <a:off x="5237435" y="4309455"/>
            <a:ext cx="27612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84C349C1-FF0C-42C3-88CE-EB880E51AE2A}"/>
              </a:ext>
            </a:extLst>
          </p:cNvPr>
          <p:cNvCxnSpPr>
            <a:cxnSpLocks/>
            <a:stCxn id="13" idx="3"/>
            <a:endCxn id="16" idx="1"/>
          </p:cNvCxnSpPr>
          <p:nvPr/>
        </p:nvCxnSpPr>
        <p:spPr>
          <a:xfrm>
            <a:off x="6627141" y="4309455"/>
            <a:ext cx="27161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D9700EB1-C279-4DE6-8D73-05145E256BC7}"/>
              </a:ext>
            </a:extLst>
          </p:cNvPr>
          <p:cNvCxnSpPr>
            <a:cxnSpLocks/>
          </p:cNvCxnSpPr>
          <p:nvPr/>
        </p:nvCxnSpPr>
        <p:spPr>
          <a:xfrm>
            <a:off x="5375501" y="2634566"/>
            <a:ext cx="0" cy="1674888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8CEA4B9F-7404-4B74-9ACC-274E4E7DDBAE}"/>
              </a:ext>
            </a:extLst>
          </p:cNvPr>
          <p:cNvCxnSpPr/>
          <p:nvPr/>
        </p:nvCxnSpPr>
        <p:spPr>
          <a:xfrm flipH="1" flipV="1">
            <a:off x="7294063" y="2634566"/>
            <a:ext cx="1364" cy="136254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E38109D0-B52E-4CA1-B95E-34D0C68094DF}"/>
              </a:ext>
            </a:extLst>
          </p:cNvPr>
          <p:cNvCxnSpPr/>
          <p:nvPr/>
        </p:nvCxnSpPr>
        <p:spPr>
          <a:xfrm>
            <a:off x="7577738" y="2634566"/>
            <a:ext cx="0" cy="136254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BC4A9CB8-CBAA-4612-BCBD-9640C3E50C6A}"/>
              </a:ext>
            </a:extLst>
          </p:cNvPr>
          <p:cNvSpPr txBox="1"/>
          <p:nvPr/>
        </p:nvSpPr>
        <p:spPr>
          <a:xfrm>
            <a:off x="6891177" y="3148369"/>
            <a:ext cx="384721" cy="3077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r"/>
            <a:r>
              <a:rPr lang="ko-KR" altLang="en-US" sz="1000" dirty="0">
                <a:latin typeface="+mj-ea"/>
              </a:rPr>
              <a:t>테스트</a:t>
            </a:r>
            <a:endParaRPr lang="en-US" altLang="ko-KR" sz="1000" dirty="0">
              <a:latin typeface="+mj-ea"/>
            </a:endParaRPr>
          </a:p>
          <a:p>
            <a:pPr algn="r"/>
            <a:r>
              <a:rPr lang="ko-KR" altLang="en-US" sz="1000" dirty="0">
                <a:latin typeface="+mj-ea"/>
              </a:rPr>
              <a:t>요청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9DD64EE-9968-4CE0-A82E-3EA6C6102B56}"/>
              </a:ext>
            </a:extLst>
          </p:cNvPr>
          <p:cNvSpPr txBox="1"/>
          <p:nvPr/>
        </p:nvSpPr>
        <p:spPr>
          <a:xfrm>
            <a:off x="7599191" y="3148369"/>
            <a:ext cx="1971694" cy="3077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ko-KR" altLang="en-US" sz="1000" dirty="0">
                <a:latin typeface="+mj-ea"/>
              </a:rPr>
              <a:t>결함조치 피드백</a:t>
            </a:r>
            <a:r>
              <a:rPr lang="en-US" altLang="ko-KR" sz="1000" dirty="0">
                <a:latin typeface="+mj-ea"/>
              </a:rPr>
              <a:t>.</a:t>
            </a:r>
          </a:p>
          <a:p>
            <a:r>
              <a:rPr lang="en-US" altLang="ko-KR" sz="1000" dirty="0">
                <a:latin typeface="+mj-ea"/>
              </a:rPr>
              <a:t>GA</a:t>
            </a:r>
            <a:r>
              <a:rPr lang="ko-KR" altLang="en-US" sz="1000" dirty="0">
                <a:latin typeface="+mj-ea"/>
              </a:rPr>
              <a:t>추가 태그 삽입 요청</a:t>
            </a:r>
            <a:r>
              <a:rPr lang="en-US" altLang="ko-KR" sz="1000" dirty="0">
                <a:latin typeface="+mj-ea"/>
              </a:rPr>
              <a:t>(GA</a:t>
            </a:r>
            <a:r>
              <a:rPr lang="ko-KR" altLang="en-US" sz="1000" dirty="0">
                <a:latin typeface="+mj-ea"/>
              </a:rPr>
              <a:t>담당자</a:t>
            </a:r>
            <a:r>
              <a:rPr lang="en-US" altLang="ko-KR" sz="1000" dirty="0">
                <a:latin typeface="+mj-ea"/>
              </a:rPr>
              <a:t>)</a:t>
            </a:r>
            <a:endParaRPr lang="ko-KR" altLang="en-US" sz="1000" dirty="0">
              <a:latin typeface="+mj-ea"/>
            </a:endParaRPr>
          </a:p>
        </p:txBody>
      </p: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E5075F0B-30CF-409F-B5F3-7F1DCD52F5F4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8012332" y="4309454"/>
            <a:ext cx="289718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B26DBF1C-6F61-4681-8B3A-2B03CC336CDD}"/>
              </a:ext>
            </a:extLst>
          </p:cNvPr>
          <p:cNvSpPr txBox="1"/>
          <p:nvPr/>
        </p:nvSpPr>
        <p:spPr>
          <a:xfrm>
            <a:off x="4751930" y="4941393"/>
            <a:ext cx="1293624" cy="1538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altLang="ko-KR" sz="1000" b="1" dirty="0">
                <a:solidFill>
                  <a:srgbClr val="00B050"/>
                </a:solidFill>
                <a:latin typeface="+mj-ea"/>
              </a:rPr>
              <a:t>WCMS(Dev)</a:t>
            </a:r>
            <a:r>
              <a:rPr lang="ko-KR" altLang="en-US" sz="1000" b="1" dirty="0">
                <a:solidFill>
                  <a:srgbClr val="00B050"/>
                </a:solidFill>
                <a:latin typeface="+mj-ea"/>
              </a:rPr>
              <a:t>에 업로드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1AA452D-F07E-4B77-87A0-50138E1D4D20}"/>
              </a:ext>
            </a:extLst>
          </p:cNvPr>
          <p:cNvSpPr txBox="1"/>
          <p:nvPr/>
        </p:nvSpPr>
        <p:spPr>
          <a:xfrm>
            <a:off x="6131481" y="4941393"/>
            <a:ext cx="1259960" cy="1538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altLang="ko-KR" sz="1000" b="1" dirty="0">
                <a:solidFill>
                  <a:srgbClr val="00B050"/>
                </a:solidFill>
                <a:latin typeface="+mj-ea"/>
              </a:rPr>
              <a:t>WCMS(Stg)</a:t>
            </a:r>
            <a:r>
              <a:rPr lang="ko-KR" altLang="en-US" sz="1000" b="1" dirty="0">
                <a:solidFill>
                  <a:srgbClr val="00B050"/>
                </a:solidFill>
                <a:latin typeface="+mj-ea"/>
              </a:rPr>
              <a:t>에 업로드</a:t>
            </a:r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DB220B84-8A91-405E-AB6F-D6BA78C037BC}"/>
              </a:ext>
            </a:extLst>
          </p:cNvPr>
          <p:cNvCxnSpPr/>
          <p:nvPr/>
        </p:nvCxnSpPr>
        <p:spPr>
          <a:xfrm>
            <a:off x="6760678" y="4390936"/>
            <a:ext cx="0" cy="550457"/>
          </a:xfrm>
          <a:prstGeom prst="line">
            <a:avLst/>
          </a:prstGeom>
          <a:ln w="19050">
            <a:solidFill>
              <a:srgbClr val="00B050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AB2C34CD-77E2-4BAF-8F93-945E62CA3BF0}"/>
              </a:ext>
            </a:extLst>
          </p:cNvPr>
          <p:cNvSpPr txBox="1"/>
          <p:nvPr/>
        </p:nvSpPr>
        <p:spPr>
          <a:xfrm>
            <a:off x="7538320" y="4941393"/>
            <a:ext cx="1346522" cy="1538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altLang="ko-KR" sz="1000" b="1" dirty="0">
                <a:solidFill>
                  <a:srgbClr val="00B050"/>
                </a:solidFill>
                <a:latin typeface="+mj-ea"/>
              </a:rPr>
              <a:t>WCMS(Prod)</a:t>
            </a:r>
            <a:r>
              <a:rPr lang="ko-KR" altLang="en-US" sz="1000" b="1" dirty="0">
                <a:solidFill>
                  <a:srgbClr val="00B050"/>
                </a:solidFill>
                <a:latin typeface="+mj-ea"/>
              </a:rPr>
              <a:t>에 업로드</a:t>
            </a:r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AF5C82BD-96F7-4927-9624-489656663902}"/>
              </a:ext>
            </a:extLst>
          </p:cNvPr>
          <p:cNvCxnSpPr/>
          <p:nvPr/>
        </p:nvCxnSpPr>
        <p:spPr>
          <a:xfrm>
            <a:off x="8167517" y="4390936"/>
            <a:ext cx="0" cy="550457"/>
          </a:xfrm>
          <a:prstGeom prst="line">
            <a:avLst/>
          </a:prstGeom>
          <a:ln w="19050">
            <a:solidFill>
              <a:srgbClr val="00B050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E59F7D24-21BB-4935-A0EB-FB141216D42C}"/>
              </a:ext>
            </a:extLst>
          </p:cNvPr>
          <p:cNvSpPr txBox="1"/>
          <p:nvPr/>
        </p:nvSpPr>
        <p:spPr>
          <a:xfrm>
            <a:off x="2210620" y="4941393"/>
            <a:ext cx="1194238" cy="1538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j-ea"/>
              </a:rPr>
              <a:t>LG</a:t>
            </a:r>
            <a:r>
              <a:rPr lang="ko-KR" altLang="en-US" sz="1000" dirty="0">
                <a:solidFill>
                  <a:srgbClr val="FF0000"/>
                </a:solidFill>
                <a:latin typeface="+mj-ea"/>
              </a:rPr>
              <a:t>전자 </a:t>
            </a:r>
            <a:r>
              <a:rPr lang="en-US" altLang="ko-KR" sz="1000" dirty="0">
                <a:solidFill>
                  <a:srgbClr val="FF0000"/>
                </a:solidFill>
                <a:latin typeface="+mj-ea"/>
              </a:rPr>
              <a:t>EP </a:t>
            </a:r>
            <a:r>
              <a:rPr lang="ko-KR" altLang="en-US" sz="1000" dirty="0">
                <a:solidFill>
                  <a:srgbClr val="FF0000"/>
                </a:solidFill>
                <a:latin typeface="+mj-ea"/>
              </a:rPr>
              <a:t>계정 발급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30A717E-9E32-4E4F-A34C-2EF5240E1669}"/>
              </a:ext>
            </a:extLst>
          </p:cNvPr>
          <p:cNvSpPr txBox="1"/>
          <p:nvPr/>
        </p:nvSpPr>
        <p:spPr>
          <a:xfrm>
            <a:off x="2210620" y="5193990"/>
            <a:ext cx="2481449" cy="1538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j-ea"/>
              </a:rPr>
              <a:t>LG</a:t>
            </a:r>
            <a:r>
              <a:rPr lang="ko-KR" altLang="en-US" sz="1000" dirty="0">
                <a:solidFill>
                  <a:srgbClr val="FF0000"/>
                </a:solidFill>
                <a:latin typeface="+mj-ea"/>
              </a:rPr>
              <a:t>전자 </a:t>
            </a:r>
            <a:r>
              <a:rPr lang="ko-KR" altLang="en-US" sz="1000" dirty="0" err="1">
                <a:solidFill>
                  <a:srgbClr val="FF0000"/>
                </a:solidFill>
                <a:latin typeface="+mj-ea"/>
              </a:rPr>
              <a:t>내부망</a:t>
            </a:r>
            <a:r>
              <a:rPr lang="en-US" altLang="ko-KR" sz="1000" dirty="0">
                <a:solidFill>
                  <a:srgbClr val="FF0000"/>
                </a:solidFill>
                <a:latin typeface="+mj-ea"/>
              </a:rPr>
              <a:t>(</a:t>
            </a:r>
            <a:r>
              <a:rPr lang="ko-KR" altLang="en-US" sz="1000" dirty="0">
                <a:solidFill>
                  <a:srgbClr val="FF0000"/>
                </a:solidFill>
                <a:latin typeface="+mj-ea"/>
              </a:rPr>
              <a:t>혹은 </a:t>
            </a:r>
            <a:r>
              <a:rPr lang="en-US" altLang="ko-KR" sz="1000" dirty="0">
                <a:solidFill>
                  <a:srgbClr val="FF0000"/>
                </a:solidFill>
                <a:latin typeface="+mj-ea"/>
              </a:rPr>
              <a:t>LG</a:t>
            </a:r>
            <a:r>
              <a:rPr lang="ko-KR" altLang="en-US" sz="1000" dirty="0">
                <a:solidFill>
                  <a:srgbClr val="FF0000"/>
                </a:solidFill>
                <a:latin typeface="+mj-ea"/>
              </a:rPr>
              <a:t>전자 클라우드</a:t>
            </a:r>
            <a:r>
              <a:rPr lang="en-US" altLang="ko-KR" sz="1000" dirty="0">
                <a:solidFill>
                  <a:srgbClr val="FF0000"/>
                </a:solidFill>
                <a:latin typeface="+mj-ea"/>
              </a:rPr>
              <a:t>) </a:t>
            </a:r>
            <a:r>
              <a:rPr lang="ko-KR" altLang="en-US" sz="1000" dirty="0">
                <a:solidFill>
                  <a:srgbClr val="FF0000"/>
                </a:solidFill>
                <a:latin typeface="+mj-ea"/>
              </a:rPr>
              <a:t>접속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FD0135D-E396-482E-8AAE-D10AC43FC0E4}"/>
              </a:ext>
            </a:extLst>
          </p:cNvPr>
          <p:cNvSpPr txBox="1"/>
          <p:nvPr/>
        </p:nvSpPr>
        <p:spPr>
          <a:xfrm>
            <a:off x="443199" y="953353"/>
            <a:ext cx="4044377" cy="18466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altLang="ko-KR" sz="1200" b="1" dirty="0">
                <a:latin typeface="+mj-ea"/>
              </a:rPr>
              <a:t>※ </a:t>
            </a:r>
            <a:r>
              <a:rPr lang="ko-KR" altLang="en-US" sz="1200" b="1" dirty="0">
                <a:latin typeface="+mj-ea"/>
              </a:rPr>
              <a:t>비즈니스 로직이 없는 </a:t>
            </a:r>
            <a:r>
              <a:rPr lang="ko-KR" altLang="en-US" sz="1200" b="1" dirty="0">
                <a:solidFill>
                  <a:srgbClr val="FF0000"/>
                </a:solidFill>
                <a:latin typeface="+mj-ea"/>
              </a:rPr>
              <a:t>정적인 페이지 </a:t>
            </a:r>
            <a:r>
              <a:rPr lang="ko-KR" altLang="en-US" sz="1200" b="1" dirty="0">
                <a:latin typeface="+mj-ea"/>
              </a:rPr>
              <a:t>경우의 프로세스임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E86A5AC-C56F-41C0-A61A-486CC77C7FA8}"/>
              </a:ext>
            </a:extLst>
          </p:cNvPr>
          <p:cNvSpPr txBox="1"/>
          <p:nvPr/>
        </p:nvSpPr>
        <p:spPr>
          <a:xfrm>
            <a:off x="2210620" y="5465592"/>
            <a:ext cx="1683153" cy="1538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altLang="ko-KR" sz="1000" b="1" dirty="0">
                <a:solidFill>
                  <a:srgbClr val="00B050"/>
                </a:solidFill>
                <a:latin typeface="+mj-ea"/>
              </a:rPr>
              <a:t>WCMS(Dev/Prod) </a:t>
            </a:r>
            <a:r>
              <a:rPr lang="ko-KR" altLang="en-US" sz="1000" b="1" dirty="0">
                <a:solidFill>
                  <a:srgbClr val="00B050"/>
                </a:solidFill>
                <a:latin typeface="+mj-ea"/>
              </a:rPr>
              <a:t>계정 발급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AB5F524-C7D1-4A1F-B9A5-E873FC199D5D}"/>
              </a:ext>
            </a:extLst>
          </p:cNvPr>
          <p:cNvSpPr txBox="1"/>
          <p:nvPr/>
        </p:nvSpPr>
        <p:spPr>
          <a:xfrm>
            <a:off x="2210620" y="5718189"/>
            <a:ext cx="2609689" cy="1538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altLang="ko-KR" sz="1000" b="1" dirty="0">
                <a:solidFill>
                  <a:srgbClr val="00B050"/>
                </a:solidFill>
                <a:latin typeface="+mj-ea"/>
              </a:rPr>
              <a:t>Jira(LGE.com SM(BTOCSITE) </a:t>
            </a:r>
            <a:r>
              <a:rPr lang="ko-KR" altLang="en-US" sz="1000" b="1" dirty="0">
                <a:solidFill>
                  <a:srgbClr val="00B050"/>
                </a:solidFill>
                <a:latin typeface="+mj-ea"/>
              </a:rPr>
              <a:t>접근 권한 부여</a:t>
            </a: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F659DB50-63B6-4FC3-9C4A-531AA970EB33}"/>
              </a:ext>
            </a:extLst>
          </p:cNvPr>
          <p:cNvCxnSpPr/>
          <p:nvPr/>
        </p:nvCxnSpPr>
        <p:spPr>
          <a:xfrm>
            <a:off x="5375501" y="4390936"/>
            <a:ext cx="0" cy="550457"/>
          </a:xfrm>
          <a:prstGeom prst="line">
            <a:avLst/>
          </a:prstGeom>
          <a:ln w="19050">
            <a:solidFill>
              <a:srgbClr val="00B050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왼쪽 중괄호 2">
            <a:extLst>
              <a:ext uri="{FF2B5EF4-FFF2-40B4-BE49-F238E27FC236}">
                <a16:creationId xmlns:a16="http://schemas.microsoft.com/office/drawing/2014/main" id="{F2EDD2EB-3689-44BD-AD98-700D36F3163F}"/>
              </a:ext>
            </a:extLst>
          </p:cNvPr>
          <p:cNvSpPr/>
          <p:nvPr/>
        </p:nvSpPr>
        <p:spPr>
          <a:xfrm>
            <a:off x="1886927" y="4941394"/>
            <a:ext cx="237766" cy="963254"/>
          </a:xfrm>
          <a:prstGeom prst="leftBrac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3CE59E8-680C-4337-96FA-7AAD77C90607}"/>
              </a:ext>
            </a:extLst>
          </p:cNvPr>
          <p:cNvSpPr txBox="1"/>
          <p:nvPr/>
        </p:nvSpPr>
        <p:spPr>
          <a:xfrm>
            <a:off x="1294191" y="5340659"/>
            <a:ext cx="557845" cy="1538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ko-KR" altLang="en-US" sz="1000" b="1" dirty="0">
                <a:solidFill>
                  <a:srgbClr val="FF0000"/>
                </a:solidFill>
                <a:latin typeface="+mj-ea"/>
              </a:rPr>
              <a:t>사전 준비</a:t>
            </a:r>
          </a:p>
        </p:txBody>
      </p:sp>
    </p:spTree>
    <p:extLst>
      <p:ext uri="{BB962C8B-B14F-4D97-AF65-F5344CB8AC3E}">
        <p14:creationId xmlns:p14="http://schemas.microsoft.com/office/powerpoint/2010/main" val="1927554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223615" y="103584"/>
            <a:ext cx="9587296" cy="431800"/>
          </a:xfrm>
        </p:spPr>
        <p:txBody>
          <a:bodyPr/>
          <a:lstStyle/>
          <a:p>
            <a:r>
              <a:rPr lang="ko-KR" altLang="en-US" dirty="0"/>
              <a:t>일정</a:t>
            </a:r>
            <a:r>
              <a:rPr lang="en-US" altLang="ko-KR" dirty="0"/>
              <a:t>(</a:t>
            </a:r>
            <a:r>
              <a:rPr lang="ko-KR" altLang="en-US" dirty="0"/>
              <a:t>예시</a:t>
            </a:r>
            <a:r>
              <a:rPr lang="en-US" altLang="ko-KR" dirty="0"/>
              <a:t>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6642187-0474-44F0-A0AC-F587E5056F2E}"/>
              </a:ext>
            </a:extLst>
          </p:cNvPr>
          <p:cNvSpPr/>
          <p:nvPr/>
        </p:nvSpPr>
        <p:spPr>
          <a:xfrm>
            <a:off x="539058" y="1569629"/>
            <a:ext cx="8333337" cy="2955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>
                <a:latin typeface="-apple-system"/>
              </a:rPr>
              <a:t> </a:t>
            </a:r>
            <a:r>
              <a:rPr lang="en-US" altLang="ko-KR" b="1" dirty="0">
                <a:latin typeface="-apple-system"/>
              </a:rPr>
              <a:t>[</a:t>
            </a:r>
            <a:r>
              <a:rPr lang="ko-KR" altLang="en-US" b="1" dirty="0">
                <a:latin typeface="-apple-system"/>
              </a:rPr>
              <a:t>일정 시뮬레이션 예시</a:t>
            </a:r>
            <a:r>
              <a:rPr lang="en-US" altLang="ko-KR" b="1" dirty="0">
                <a:latin typeface="-apple-system"/>
              </a:rPr>
              <a:t>(New Life’s Good </a:t>
            </a:r>
            <a:r>
              <a:rPr lang="ko-KR" altLang="en-US" b="1" dirty="0">
                <a:latin typeface="-apple-system"/>
              </a:rPr>
              <a:t>캠페인</a:t>
            </a:r>
            <a:r>
              <a:rPr lang="en-US" altLang="ko-KR" b="1" dirty="0">
                <a:latin typeface="-apple-system"/>
              </a:rPr>
              <a:t>. Static-</a:t>
            </a:r>
            <a:r>
              <a:rPr lang="en-US" altLang="ko-KR" b="1" dirty="0" err="1">
                <a:latin typeface="-apple-system"/>
              </a:rPr>
              <a:t>OnePage</a:t>
            </a:r>
            <a:r>
              <a:rPr lang="en-US" altLang="ko-KR" b="1" dirty="0">
                <a:latin typeface="-apple-system"/>
              </a:rPr>
              <a:t> </a:t>
            </a:r>
            <a:r>
              <a:rPr lang="ko-KR" altLang="en-US" b="1" dirty="0">
                <a:latin typeface="-apple-system"/>
              </a:rPr>
              <a:t>경우</a:t>
            </a:r>
            <a:r>
              <a:rPr lang="en-US" altLang="ko-KR" b="1" dirty="0">
                <a:latin typeface="-apple-system"/>
              </a:rPr>
              <a:t>)]</a:t>
            </a:r>
            <a:endParaRPr lang="ko-KR" altLang="en-US" dirty="0">
              <a:latin typeface="-apple-system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-apple-system"/>
              </a:rPr>
              <a:t>  </a:t>
            </a:r>
            <a:r>
              <a:rPr lang="en-US" altLang="ko-KR" dirty="0">
                <a:latin typeface="-apple-system"/>
              </a:rPr>
              <a:t>~8/2 : </a:t>
            </a:r>
            <a:r>
              <a:rPr lang="ko-KR" altLang="en-US" dirty="0">
                <a:latin typeface="-apple-system"/>
              </a:rPr>
              <a:t>디자인시안 최종본 접수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-apple-system"/>
              </a:rPr>
              <a:t>  </a:t>
            </a:r>
            <a:r>
              <a:rPr lang="en-US" altLang="ko-KR" dirty="0">
                <a:latin typeface="-apple-system"/>
              </a:rPr>
              <a:t>8/3~8/8 : </a:t>
            </a:r>
            <a:r>
              <a:rPr lang="ko-KR" altLang="en-US" dirty="0">
                <a:latin typeface="-apple-system"/>
              </a:rPr>
              <a:t>닷컴</a:t>
            </a:r>
            <a:r>
              <a:rPr lang="en-US" altLang="ko-KR" dirty="0">
                <a:latin typeface="-apple-system"/>
              </a:rPr>
              <a:t>(</a:t>
            </a:r>
            <a:r>
              <a:rPr lang="en-US" altLang="ko-KR" dirty="0" err="1">
                <a:latin typeface="-apple-system"/>
              </a:rPr>
              <a:t>kor</a:t>
            </a:r>
            <a:r>
              <a:rPr lang="en-US" altLang="ko-KR" dirty="0">
                <a:latin typeface="-apple-system"/>
              </a:rPr>
              <a:t>) </a:t>
            </a:r>
            <a:r>
              <a:rPr lang="ko-KR" altLang="en-US" dirty="0">
                <a:latin typeface="-apple-system"/>
              </a:rPr>
              <a:t>디자인가이드 준수 여부 검수</a:t>
            </a:r>
            <a:r>
              <a:rPr lang="en-US" altLang="ko-KR" dirty="0">
                <a:latin typeface="-apple-system"/>
              </a:rPr>
              <a:t> / </a:t>
            </a:r>
            <a:r>
              <a:rPr lang="ko-KR" altLang="en-US" dirty="0">
                <a:latin typeface="-apple-system"/>
              </a:rPr>
              <a:t>보완 조치</a:t>
            </a:r>
            <a:r>
              <a:rPr lang="en-US" altLang="ko-KR" dirty="0">
                <a:latin typeface="-apple-system"/>
              </a:rPr>
              <a:t>.</a:t>
            </a:r>
            <a:endParaRPr lang="ko-KR" altLang="en-US" dirty="0">
              <a:latin typeface="-apple-system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-apple-system"/>
              </a:rPr>
              <a:t>                    </a:t>
            </a:r>
            <a:r>
              <a:rPr lang="en-US" altLang="ko-KR" dirty="0">
                <a:solidFill>
                  <a:srgbClr val="00B050"/>
                </a:solidFill>
                <a:latin typeface="-apple-system"/>
              </a:rPr>
              <a:t>WCMS</a:t>
            </a:r>
            <a:r>
              <a:rPr lang="ko-KR" altLang="en-US" dirty="0">
                <a:solidFill>
                  <a:srgbClr val="00B050"/>
                </a:solidFill>
                <a:latin typeface="-apple-system"/>
              </a:rPr>
              <a:t> 계정 발급</a:t>
            </a:r>
            <a:r>
              <a:rPr lang="en-US" altLang="ko-KR" dirty="0">
                <a:solidFill>
                  <a:srgbClr val="00B050"/>
                </a:solidFill>
                <a:latin typeface="-apple-system"/>
              </a:rPr>
              <a:t>, Jira</a:t>
            </a:r>
            <a:r>
              <a:rPr lang="ko-KR" altLang="en-US" dirty="0">
                <a:solidFill>
                  <a:srgbClr val="00B050"/>
                </a:solidFill>
                <a:latin typeface="-apple-system"/>
              </a:rPr>
              <a:t> 접근 권한 부여 </a:t>
            </a:r>
            <a:br>
              <a:rPr lang="ko-KR" altLang="en-US" dirty="0">
                <a:latin typeface="-apple-system"/>
              </a:rPr>
            </a:br>
            <a:r>
              <a:rPr lang="ko-KR" altLang="en-US" dirty="0">
                <a:latin typeface="-apple-system"/>
              </a:rPr>
              <a:t>  </a:t>
            </a:r>
            <a:r>
              <a:rPr lang="en-US" altLang="ko-KR" dirty="0">
                <a:latin typeface="-apple-system"/>
              </a:rPr>
              <a:t>8/9~8/18 : Dev </a:t>
            </a:r>
            <a:r>
              <a:rPr lang="ko-KR" altLang="en-US" dirty="0">
                <a:latin typeface="-apple-system"/>
              </a:rPr>
              <a:t>퍼블리싱</a:t>
            </a:r>
            <a:r>
              <a:rPr lang="en-US" altLang="ko-KR" dirty="0">
                <a:latin typeface="-apple-system"/>
              </a:rPr>
              <a:t>(GMC</a:t>
            </a:r>
            <a:r>
              <a:rPr lang="ko-KR" altLang="en-US" dirty="0">
                <a:latin typeface="-apple-system"/>
              </a:rPr>
              <a:t>에서 직접 작업</a:t>
            </a:r>
            <a:r>
              <a:rPr lang="en-US" altLang="ko-KR" dirty="0">
                <a:latin typeface="-apple-system"/>
              </a:rPr>
              <a:t>)</a:t>
            </a:r>
            <a:br>
              <a:rPr lang="ko-KR" altLang="en-US" dirty="0">
                <a:latin typeface="-apple-system"/>
              </a:rPr>
            </a:br>
            <a:r>
              <a:rPr lang="ko-KR" altLang="en-US" dirty="0">
                <a:latin typeface="-apple-system"/>
              </a:rPr>
              <a:t>  </a:t>
            </a:r>
            <a:r>
              <a:rPr lang="en-US" altLang="ko-KR" dirty="0">
                <a:latin typeface="-apple-system"/>
              </a:rPr>
              <a:t>8/21~8/23 : Stg </a:t>
            </a:r>
            <a:r>
              <a:rPr lang="ko-KR" altLang="en-US" dirty="0">
                <a:latin typeface="-apple-system"/>
              </a:rPr>
              <a:t>이관</a:t>
            </a:r>
            <a:r>
              <a:rPr lang="en-US" altLang="ko-KR" dirty="0">
                <a:latin typeface="-apple-system"/>
              </a:rPr>
              <a:t>, QA/Test(</a:t>
            </a:r>
            <a:r>
              <a:rPr lang="ko-KR" altLang="en-US" dirty="0">
                <a:latin typeface="-apple-system"/>
              </a:rPr>
              <a:t>결함은 </a:t>
            </a:r>
            <a:r>
              <a:rPr lang="en-US" altLang="ko-KR" dirty="0">
                <a:latin typeface="-apple-system"/>
              </a:rPr>
              <a:t>GMC</a:t>
            </a:r>
            <a:r>
              <a:rPr lang="ko-KR" altLang="en-US" dirty="0">
                <a:latin typeface="-apple-system"/>
              </a:rPr>
              <a:t>에서 직접 조치</a:t>
            </a:r>
            <a:r>
              <a:rPr lang="en-US" altLang="ko-KR" dirty="0">
                <a:latin typeface="-apple-system"/>
              </a:rPr>
              <a:t>), GA</a:t>
            </a:r>
            <a:r>
              <a:rPr lang="ko-KR" altLang="en-US" dirty="0">
                <a:latin typeface="-apple-system"/>
              </a:rPr>
              <a:t>코드 적용</a:t>
            </a:r>
            <a:br>
              <a:rPr lang="ko-KR" altLang="en-US" dirty="0">
                <a:latin typeface="-apple-system"/>
              </a:rPr>
            </a:br>
            <a:r>
              <a:rPr lang="ko-KR" altLang="en-US" dirty="0">
                <a:latin typeface="-apple-system"/>
              </a:rPr>
              <a:t>  </a:t>
            </a:r>
            <a:r>
              <a:rPr lang="en-US" altLang="ko-KR" dirty="0">
                <a:latin typeface="-apple-system"/>
              </a:rPr>
              <a:t>8/24 : Prod </a:t>
            </a:r>
            <a:r>
              <a:rPr lang="ko-KR" altLang="en-US" dirty="0">
                <a:latin typeface="-apple-system"/>
              </a:rPr>
              <a:t>오픈</a:t>
            </a:r>
            <a:endParaRPr lang="ko-KR" altLang="en-US" b="0" i="0" dirty="0"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861328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223615" y="103584"/>
            <a:ext cx="9587296" cy="431800"/>
          </a:xfrm>
        </p:spPr>
        <p:txBody>
          <a:bodyPr/>
          <a:lstStyle/>
          <a:p>
            <a:r>
              <a:rPr lang="en-US" altLang="ko-KR" dirty="0"/>
              <a:t>Jira(</a:t>
            </a:r>
            <a:r>
              <a:rPr lang="ko-KR" altLang="en-US" dirty="0"/>
              <a:t>커뮤니케이션</a:t>
            </a:r>
            <a:r>
              <a:rPr lang="en-US" altLang="ko-KR" dirty="0"/>
              <a:t>/</a:t>
            </a:r>
            <a:r>
              <a:rPr lang="ko-KR" altLang="en-US" dirty="0"/>
              <a:t>공정관리 도구</a:t>
            </a:r>
            <a:r>
              <a:rPr lang="en-US" altLang="ko-KR" dirty="0"/>
              <a:t>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3932" y="1114860"/>
            <a:ext cx="4504695" cy="18466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ko-KR" altLang="en-US" sz="1200" b="1" dirty="0">
                <a:solidFill>
                  <a:srgbClr val="2A70E8"/>
                </a:solidFill>
                <a:latin typeface="+mj-ea"/>
              </a:rPr>
              <a:t>지라</a:t>
            </a:r>
            <a:r>
              <a:rPr lang="en-US" altLang="ko-KR" sz="1200" b="1" dirty="0">
                <a:solidFill>
                  <a:srgbClr val="2A70E8"/>
                </a:solidFill>
                <a:latin typeface="+mj-ea"/>
              </a:rPr>
              <a:t>(sample)</a:t>
            </a:r>
            <a:r>
              <a:rPr lang="ko-KR" altLang="en-US" sz="1200" b="1" dirty="0">
                <a:solidFill>
                  <a:srgbClr val="2A70E8"/>
                </a:solidFill>
                <a:latin typeface="+mj-ea"/>
              </a:rPr>
              <a:t> </a:t>
            </a:r>
            <a:r>
              <a:rPr lang="en-US" altLang="ko-KR" sz="1200" b="1" dirty="0">
                <a:solidFill>
                  <a:srgbClr val="2A70E8"/>
                </a:solidFill>
                <a:latin typeface="+mj-ea"/>
              </a:rPr>
              <a:t>: </a:t>
            </a:r>
            <a:r>
              <a:rPr lang="en-US" altLang="ko-KR" sz="1200" dirty="0">
                <a:solidFill>
                  <a:srgbClr val="2A70E8"/>
                </a:solidFill>
              </a:rPr>
              <a:t>http://clm.lge.com/issue/browse/BTOCSITE-43011</a:t>
            </a:r>
            <a:endParaRPr lang="ko-KR" altLang="en-US" sz="1200" b="1" dirty="0">
              <a:solidFill>
                <a:srgbClr val="2A70E8"/>
              </a:solidFill>
              <a:latin typeface="+mj-ea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E2CA552-6D64-4A32-A125-8F7B16C184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85592"/>
            <a:ext cx="9906000" cy="6549350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F6572AC6-5E6D-43F5-9336-3C29A0B43C53}"/>
              </a:ext>
            </a:extLst>
          </p:cNvPr>
          <p:cNvSpPr/>
          <p:nvPr/>
        </p:nvSpPr>
        <p:spPr>
          <a:xfrm>
            <a:off x="6246891" y="4117055"/>
            <a:ext cx="3659109" cy="15390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기획안 공유</a:t>
            </a:r>
            <a:r>
              <a:rPr lang="en-US" altLang="ko-KR" sz="1400" dirty="0">
                <a:solidFill>
                  <a:schemeClr val="bg1"/>
                </a:solidFill>
              </a:rPr>
              <a:t>,</a:t>
            </a:r>
          </a:p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디자인가이드 준수 여부 검수 </a:t>
            </a:r>
            <a:r>
              <a:rPr lang="en-US" altLang="ko-KR" sz="1400" dirty="0">
                <a:solidFill>
                  <a:schemeClr val="bg1"/>
                </a:solidFill>
              </a:rPr>
              <a:t>/ </a:t>
            </a:r>
            <a:r>
              <a:rPr lang="ko-KR" altLang="en-US" sz="1400" dirty="0">
                <a:solidFill>
                  <a:schemeClr val="bg1"/>
                </a:solidFill>
              </a:rPr>
              <a:t>피드백</a:t>
            </a:r>
            <a:r>
              <a:rPr lang="en-US" altLang="ko-KR" sz="1400" dirty="0">
                <a:solidFill>
                  <a:schemeClr val="bg1"/>
                </a:solidFill>
              </a:rPr>
              <a:t>,</a:t>
            </a:r>
          </a:p>
          <a:p>
            <a:pPr algn="ctr"/>
            <a:r>
              <a:rPr lang="en-US" altLang="ko-KR" sz="1400" dirty="0">
                <a:solidFill>
                  <a:schemeClr val="bg1"/>
                </a:solidFill>
              </a:rPr>
              <a:t>QA test / </a:t>
            </a:r>
            <a:r>
              <a:rPr lang="ko-KR" altLang="en-US" sz="1400" dirty="0">
                <a:solidFill>
                  <a:schemeClr val="bg1"/>
                </a:solidFill>
              </a:rPr>
              <a:t>결함조치</a:t>
            </a:r>
            <a:r>
              <a:rPr lang="en-US" altLang="ko-KR" sz="1400" dirty="0">
                <a:solidFill>
                  <a:schemeClr val="bg1"/>
                </a:solidFill>
              </a:rPr>
              <a:t>, GA</a:t>
            </a:r>
            <a:r>
              <a:rPr lang="ko-KR" altLang="en-US" sz="1400" dirty="0">
                <a:solidFill>
                  <a:schemeClr val="bg1"/>
                </a:solidFill>
              </a:rPr>
              <a:t>코드 적용 등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커뮤니케이션 진행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866040-B710-4074-8541-2CF5C39F911A}"/>
              </a:ext>
            </a:extLst>
          </p:cNvPr>
          <p:cNvSpPr txBox="1"/>
          <p:nvPr/>
        </p:nvSpPr>
        <p:spPr>
          <a:xfrm>
            <a:off x="303932" y="828739"/>
            <a:ext cx="7169976" cy="215444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altLang="ko-KR" sz="1400" b="1" dirty="0">
                <a:latin typeface="+mj-ea"/>
              </a:rPr>
              <a:t>LG</a:t>
            </a:r>
            <a:r>
              <a:rPr lang="ko-KR" altLang="en-US" sz="1400" b="1" dirty="0">
                <a:latin typeface="+mj-ea"/>
              </a:rPr>
              <a:t>전자 </a:t>
            </a:r>
            <a:r>
              <a:rPr lang="en-US" altLang="ko-KR" sz="1400" b="1" dirty="0">
                <a:latin typeface="+mj-ea"/>
              </a:rPr>
              <a:t>EP </a:t>
            </a:r>
            <a:r>
              <a:rPr lang="ko-KR" altLang="en-US" sz="1400" b="1" dirty="0">
                <a:latin typeface="+mj-ea"/>
              </a:rPr>
              <a:t>계정 생성 </a:t>
            </a:r>
            <a:r>
              <a:rPr lang="en-US" altLang="ko-KR" sz="1400" b="1" dirty="0">
                <a:latin typeface="+mj-ea"/>
              </a:rPr>
              <a:t>-&gt; </a:t>
            </a:r>
            <a:r>
              <a:rPr lang="en-US" altLang="ko-KR" sz="1400" b="1" dirty="0"/>
              <a:t>BTOCSITE </a:t>
            </a:r>
            <a:r>
              <a:rPr lang="ko-KR" altLang="en-US" sz="1400" b="1" dirty="0"/>
              <a:t>접근 권한 부여 </a:t>
            </a:r>
            <a:r>
              <a:rPr lang="en-US" altLang="ko-KR" sz="1400" b="1" dirty="0"/>
              <a:t>-&gt; LG</a:t>
            </a:r>
            <a:r>
              <a:rPr lang="ko-KR" altLang="en-US" sz="1400" b="1" dirty="0"/>
              <a:t>전자 </a:t>
            </a:r>
            <a:r>
              <a:rPr lang="en-US" altLang="ko-KR" sz="1400" b="1" dirty="0"/>
              <a:t>EP</a:t>
            </a:r>
            <a:r>
              <a:rPr lang="ko-KR" altLang="en-US" sz="1400" b="1" dirty="0">
                <a:latin typeface="+mj-ea"/>
              </a:rPr>
              <a:t>를 통해</a:t>
            </a:r>
            <a:r>
              <a:rPr lang="en-US" altLang="ko-KR" sz="1400" b="1" dirty="0">
                <a:latin typeface="+mj-ea"/>
              </a:rPr>
              <a:t> SSO</a:t>
            </a:r>
            <a:r>
              <a:rPr lang="ko-KR" altLang="en-US" sz="1400" b="1" dirty="0">
                <a:latin typeface="+mj-ea"/>
              </a:rPr>
              <a:t> 접속됨</a:t>
            </a:r>
            <a:r>
              <a:rPr lang="en-US" altLang="ko-KR" sz="1400" b="1" dirty="0">
                <a:latin typeface="+mj-ea"/>
              </a:rPr>
              <a:t>.</a:t>
            </a:r>
            <a:endParaRPr lang="ko-KR" altLang="en-US" sz="140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611762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C1601906-4993-4162-85E7-DB17487FA3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209" y="932030"/>
            <a:ext cx="7438047" cy="581685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223615" y="103584"/>
            <a:ext cx="9587296" cy="431800"/>
          </a:xfrm>
        </p:spPr>
        <p:txBody>
          <a:bodyPr/>
          <a:lstStyle/>
          <a:p>
            <a:r>
              <a:rPr lang="ko-KR" altLang="en-US" dirty="0"/>
              <a:t>서버 정보</a:t>
            </a:r>
            <a:endParaRPr lang="en-US" altLang="ko-KR" dirty="0"/>
          </a:p>
        </p:txBody>
      </p:sp>
      <p:sp>
        <p:nvSpPr>
          <p:cNvPr id="10" name="TextBox 9"/>
          <p:cNvSpPr txBox="1"/>
          <p:nvPr/>
        </p:nvSpPr>
        <p:spPr>
          <a:xfrm>
            <a:off x="278180" y="972529"/>
            <a:ext cx="8363432" cy="347595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latin typeface="+mj-ea"/>
              </a:rPr>
              <a:t>[</a:t>
            </a:r>
            <a:r>
              <a:rPr lang="ko-KR" altLang="en-US" sz="1100" b="1" dirty="0">
                <a:latin typeface="+mj-ea"/>
              </a:rPr>
              <a:t>개발 서버</a:t>
            </a:r>
            <a:r>
              <a:rPr lang="en-US" altLang="ko-KR" sz="1100" b="1" dirty="0">
                <a:latin typeface="+mj-ea"/>
              </a:rPr>
              <a:t>]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+mj-ea"/>
              </a:rPr>
              <a:t>1) </a:t>
            </a:r>
            <a:r>
              <a:rPr lang="en-US" altLang="ko-KR" sz="1100" b="1" dirty="0">
                <a:latin typeface="+mj-ea"/>
              </a:rPr>
              <a:t>Dev</a:t>
            </a:r>
            <a:r>
              <a:rPr lang="en-US" altLang="ko-KR" sz="1100" dirty="0">
                <a:latin typeface="+mj-ea"/>
              </a:rPr>
              <a:t> : </a:t>
            </a:r>
            <a:r>
              <a:rPr lang="ko-KR" altLang="en-US" sz="1100" dirty="0">
                <a:solidFill>
                  <a:schemeClr val="accent4"/>
                </a:solidFill>
                <a:latin typeface="+mj-ea"/>
              </a:rPr>
              <a:t>개인작업자가 </a:t>
            </a:r>
            <a:r>
              <a:rPr lang="en-US" altLang="ko-KR" sz="1100" dirty="0">
                <a:solidFill>
                  <a:schemeClr val="accent4"/>
                </a:solidFill>
                <a:latin typeface="+mj-ea"/>
              </a:rPr>
              <a:t>merge</a:t>
            </a:r>
            <a:r>
              <a:rPr lang="ko-KR" altLang="en-US" sz="1100" dirty="0">
                <a:solidFill>
                  <a:schemeClr val="accent4"/>
                </a:solidFill>
                <a:latin typeface="+mj-ea"/>
              </a:rPr>
              <a:t>후 확인 </a:t>
            </a:r>
            <a:endParaRPr lang="en-US" altLang="ko-KR" sz="1100" dirty="0">
              <a:solidFill>
                <a:schemeClr val="accent4"/>
              </a:solidFill>
              <a:latin typeface="+mj-ea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000" dirty="0"/>
              <a:t>URL : https://wwwdev50.lge.co.kr/guide/index.html 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endParaRPr lang="en-US" altLang="ko-KR" sz="1000" dirty="0"/>
          </a:p>
          <a:p>
            <a:pPr marL="171450" indent="-171450">
              <a:lnSpc>
                <a:spcPct val="150000"/>
              </a:lnSpc>
              <a:buFontTx/>
              <a:buChar char="-"/>
            </a:pPr>
            <a:endParaRPr lang="en-US" altLang="ko-KR" sz="1100" dirty="0">
              <a:latin typeface="+mj-ea"/>
            </a:endParaRPr>
          </a:p>
          <a:p>
            <a:pPr>
              <a:lnSpc>
                <a:spcPct val="150000"/>
              </a:lnSpc>
            </a:pPr>
            <a:r>
              <a:rPr lang="en-US" altLang="ko-KR" sz="1100" b="1" dirty="0">
                <a:latin typeface="+mj-ea"/>
              </a:rPr>
              <a:t>[</a:t>
            </a:r>
            <a:r>
              <a:rPr lang="ko-KR" altLang="en-US" sz="1100" b="1" dirty="0">
                <a:latin typeface="+mj-ea"/>
              </a:rPr>
              <a:t>운영</a:t>
            </a:r>
            <a:r>
              <a:rPr lang="en-US" altLang="ko-KR" sz="1100" b="1" dirty="0">
                <a:latin typeface="+mj-ea"/>
              </a:rPr>
              <a:t> </a:t>
            </a:r>
            <a:r>
              <a:rPr lang="ko-KR" altLang="en-US" sz="1100" b="1" dirty="0">
                <a:latin typeface="+mj-ea"/>
              </a:rPr>
              <a:t>서버</a:t>
            </a:r>
            <a:r>
              <a:rPr lang="en-US" altLang="ko-KR" sz="1100" b="1" dirty="0">
                <a:latin typeface="+mj-ea"/>
              </a:rPr>
              <a:t>]</a:t>
            </a:r>
            <a:endParaRPr lang="en-US" altLang="ko-KR" sz="1100" dirty="0">
              <a:latin typeface="+mj-ea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+mj-ea"/>
              </a:rPr>
              <a:t>2) </a:t>
            </a:r>
            <a:r>
              <a:rPr lang="en-US" altLang="ko-KR" sz="1100" b="1" dirty="0">
                <a:latin typeface="+mj-ea"/>
              </a:rPr>
              <a:t>Stage(</a:t>
            </a:r>
            <a:r>
              <a:rPr lang="ko-KR" altLang="en-US" sz="1100" b="1" dirty="0">
                <a:latin typeface="+mj-ea"/>
              </a:rPr>
              <a:t>테스트서버</a:t>
            </a:r>
            <a:r>
              <a:rPr lang="en-US" altLang="ko-KR" sz="1100" b="1" dirty="0">
                <a:latin typeface="+mj-ea"/>
              </a:rPr>
              <a:t>)</a:t>
            </a:r>
            <a:r>
              <a:rPr lang="en-US" altLang="ko-KR" sz="1100" dirty="0">
                <a:latin typeface="+mj-ea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+mj-ea"/>
              </a:rPr>
              <a:t>URL :  </a:t>
            </a:r>
            <a:r>
              <a:rPr lang="en-US" altLang="ko-KR" sz="1100" dirty="0">
                <a:latin typeface="+mj-ea"/>
                <a:hlinkClick r:id="rId4"/>
              </a:rPr>
              <a:t>https://wwwstg.lge.co.kr/</a:t>
            </a:r>
            <a:endParaRPr lang="en-US" altLang="ko-KR" sz="1100" dirty="0">
              <a:latin typeface="+mj-ea"/>
            </a:endParaRPr>
          </a:p>
          <a:p>
            <a:pPr>
              <a:lnSpc>
                <a:spcPct val="150000"/>
              </a:lnSpc>
            </a:pPr>
            <a:endParaRPr lang="en-US" altLang="ko-KR" sz="1100" dirty="0">
              <a:latin typeface="+mj-ea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+mj-ea"/>
              </a:rPr>
              <a:t>3) </a:t>
            </a:r>
            <a:r>
              <a:rPr lang="en-US" altLang="ko-KR" sz="1100" b="1" dirty="0">
                <a:latin typeface="+mj-ea"/>
              </a:rPr>
              <a:t>Prod(</a:t>
            </a:r>
            <a:r>
              <a:rPr lang="ko-KR" altLang="en-US" sz="1100" b="1" dirty="0">
                <a:latin typeface="+mj-ea"/>
              </a:rPr>
              <a:t>운영환경</a:t>
            </a:r>
            <a:r>
              <a:rPr lang="en-US" altLang="ko-KR" sz="1100" b="1" dirty="0">
                <a:latin typeface="+mj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+mj-ea"/>
              </a:rPr>
              <a:t>- URL : https://www.lge.co.kr/</a:t>
            </a:r>
          </a:p>
          <a:p>
            <a:pPr>
              <a:lnSpc>
                <a:spcPct val="150000"/>
              </a:lnSpc>
            </a:pPr>
            <a:endParaRPr lang="en-US" altLang="ko-KR" sz="1100" dirty="0">
              <a:latin typeface="+mj-ea"/>
            </a:endParaRPr>
          </a:p>
          <a:p>
            <a:pPr>
              <a:lnSpc>
                <a:spcPct val="150000"/>
              </a:lnSpc>
            </a:pPr>
            <a:endParaRPr lang="en-US" altLang="ko-KR" sz="1100" dirty="0">
              <a:latin typeface="+mj-ea"/>
            </a:endParaRPr>
          </a:p>
          <a:p>
            <a:pPr>
              <a:lnSpc>
                <a:spcPct val="150000"/>
              </a:lnSpc>
            </a:pPr>
            <a:endParaRPr lang="ko-KR" altLang="en-US" sz="1100" dirty="0">
              <a:latin typeface="+mj-ea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CBAFE08E-785E-421E-809D-DA86FB4B7193}"/>
              </a:ext>
            </a:extLst>
          </p:cNvPr>
          <p:cNvCxnSpPr>
            <a:cxnSpLocks/>
          </p:cNvCxnSpPr>
          <p:nvPr/>
        </p:nvCxnSpPr>
        <p:spPr>
          <a:xfrm>
            <a:off x="787651" y="1720162"/>
            <a:ext cx="2641558" cy="0"/>
          </a:xfrm>
          <a:prstGeom prst="line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B32F2763-1944-41E1-96F7-4CA7E9A797A8}"/>
              </a:ext>
            </a:extLst>
          </p:cNvPr>
          <p:cNvSpPr/>
          <p:nvPr/>
        </p:nvSpPr>
        <p:spPr>
          <a:xfrm>
            <a:off x="3865830" y="5287214"/>
            <a:ext cx="1448554" cy="41645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/>
          </a:p>
        </p:txBody>
      </p:sp>
    </p:spTree>
    <p:extLst>
      <p:ext uri="{BB962C8B-B14F-4D97-AF65-F5344CB8AC3E}">
        <p14:creationId xmlns:p14="http://schemas.microsoft.com/office/powerpoint/2010/main" val="1202063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223615" y="103584"/>
            <a:ext cx="9587296" cy="431800"/>
          </a:xfrm>
        </p:spPr>
        <p:txBody>
          <a:bodyPr/>
          <a:lstStyle/>
          <a:p>
            <a:r>
              <a:rPr lang="en-US" altLang="ko-KR" dirty="0"/>
              <a:t>WCMS(Dev/Prod) </a:t>
            </a:r>
            <a:r>
              <a:rPr lang="ko-KR" altLang="en-US" dirty="0"/>
              <a:t>계정 신청</a:t>
            </a:r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7E0B8AC-F288-46A8-B4E0-483D323E46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41562" y="1647068"/>
            <a:ext cx="8075692" cy="57482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52A9BEE0-C7E8-4F70-A4A2-6F0BD178A8D4}"/>
              </a:ext>
            </a:extLst>
          </p:cNvPr>
          <p:cNvSpPr/>
          <p:nvPr/>
        </p:nvSpPr>
        <p:spPr>
          <a:xfrm>
            <a:off x="195022" y="1203632"/>
            <a:ext cx="50831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/>
              <a:t>Dev</a:t>
            </a:r>
            <a:r>
              <a:rPr lang="ko-KR" altLang="en-US" sz="1200" dirty="0"/>
              <a:t> : </a:t>
            </a:r>
            <a:r>
              <a:rPr lang="ko-KR" altLang="en-US" sz="1200" dirty="0">
                <a:hlinkClick r:id="rId4"/>
              </a:rPr>
              <a:t>https://cmsdev50.lge.co.kr/admin/common/login.lg?SSL=Y</a:t>
            </a:r>
            <a:endParaRPr lang="en-US" altLang="ko-KR" sz="1200" dirty="0"/>
          </a:p>
          <a:p>
            <a:r>
              <a:rPr lang="en-US" altLang="ko-KR" sz="1200" dirty="0"/>
              <a:t>Prod(Stg)</a:t>
            </a:r>
            <a:r>
              <a:rPr lang="ko-KR" altLang="en-US" sz="1200" dirty="0"/>
              <a:t> </a:t>
            </a:r>
            <a:r>
              <a:rPr lang="en-US" altLang="ko-KR" sz="1200" dirty="0"/>
              <a:t>: https://cms50.lge.co.kr/admin/common/login.lg?SSL=Y</a:t>
            </a:r>
            <a:endParaRPr lang="ko-KR" altLang="en-US" sz="1200"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3A83E087-31A2-4149-B1FB-B37BC93EDD2A}"/>
              </a:ext>
            </a:extLst>
          </p:cNvPr>
          <p:cNvCxnSpPr>
            <a:cxnSpLocks/>
          </p:cNvCxnSpPr>
          <p:nvPr/>
        </p:nvCxnSpPr>
        <p:spPr>
          <a:xfrm>
            <a:off x="3612332" y="6518493"/>
            <a:ext cx="2335795" cy="0"/>
          </a:xfrm>
          <a:prstGeom prst="line">
            <a:avLst/>
          </a:prstGeom>
          <a:ln w="28575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2F8129B-61E7-485D-AB57-1E65DEC66AC2}"/>
              </a:ext>
            </a:extLst>
          </p:cNvPr>
          <p:cNvSpPr txBox="1"/>
          <p:nvPr/>
        </p:nvSpPr>
        <p:spPr>
          <a:xfrm>
            <a:off x="303932" y="828739"/>
            <a:ext cx="4718984" cy="215444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altLang="ko-KR" sz="1400" b="1" dirty="0">
                <a:latin typeface="+mj-ea"/>
              </a:rPr>
              <a:t>LG</a:t>
            </a:r>
            <a:r>
              <a:rPr lang="ko-KR" altLang="en-US" sz="1400" b="1" dirty="0">
                <a:latin typeface="+mj-ea"/>
              </a:rPr>
              <a:t>전자 </a:t>
            </a:r>
            <a:r>
              <a:rPr lang="en-US" altLang="ko-KR" sz="1400" b="1" dirty="0">
                <a:latin typeface="+mj-ea"/>
              </a:rPr>
              <a:t>EP </a:t>
            </a:r>
            <a:r>
              <a:rPr lang="ko-KR" altLang="en-US" sz="1400" b="1" dirty="0">
                <a:latin typeface="+mj-ea"/>
              </a:rPr>
              <a:t>계정 생성 </a:t>
            </a:r>
            <a:r>
              <a:rPr lang="en-US" altLang="ko-KR" sz="1400" b="1" dirty="0">
                <a:latin typeface="+mj-ea"/>
              </a:rPr>
              <a:t>-&gt; </a:t>
            </a:r>
            <a:r>
              <a:rPr lang="en-US" altLang="ko-KR" sz="1400" b="1" dirty="0"/>
              <a:t>LG</a:t>
            </a:r>
            <a:r>
              <a:rPr lang="ko-KR" altLang="en-US" sz="1400" b="1" dirty="0"/>
              <a:t>전자 </a:t>
            </a:r>
            <a:r>
              <a:rPr lang="en-US" altLang="ko-KR" sz="1400" b="1" dirty="0"/>
              <a:t>EP </a:t>
            </a:r>
            <a:r>
              <a:rPr lang="ko-KR" altLang="en-US" sz="1400" b="1" dirty="0"/>
              <a:t>품의 </a:t>
            </a:r>
            <a:r>
              <a:rPr lang="en-US" altLang="ko-KR" sz="1400" b="1" dirty="0"/>
              <a:t>-&gt; Jira</a:t>
            </a:r>
            <a:r>
              <a:rPr lang="ko-KR" altLang="en-US" sz="1400" b="1" dirty="0"/>
              <a:t>에서 신청</a:t>
            </a:r>
            <a:r>
              <a:rPr lang="en-US" altLang="ko-KR" sz="1400" b="1" dirty="0"/>
              <a:t> </a:t>
            </a:r>
            <a:endParaRPr lang="ko-KR" altLang="en-US" sz="1400" b="1" dirty="0">
              <a:latin typeface="+mj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674DBE0-9F52-4A1C-A623-A8A87E8754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8166" y="2516324"/>
            <a:ext cx="6122444" cy="523809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022345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9A8FC5FC-C3E0-44F3-8284-B7560E3AA2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27720"/>
            <a:ext cx="7032845" cy="481117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5AC5378-DF8A-428F-9655-55660DAE02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5721" y="2553732"/>
            <a:ext cx="5937942" cy="457608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8" name="텍스트 개체 틀 1">
            <a:extLst>
              <a:ext uri="{FF2B5EF4-FFF2-40B4-BE49-F238E27FC236}">
                <a16:creationId xmlns:a16="http://schemas.microsoft.com/office/drawing/2014/main" id="{5EC3BCA7-3A5E-4F98-A5BC-9EBC9E0B678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3838" y="103188"/>
            <a:ext cx="9586912" cy="431800"/>
          </a:xfrm>
        </p:spPr>
        <p:txBody>
          <a:bodyPr/>
          <a:lstStyle/>
          <a:p>
            <a:r>
              <a:rPr lang="en-US" altLang="ko-KR" dirty="0"/>
              <a:t>WCMS(Dev/Prod) </a:t>
            </a:r>
            <a:r>
              <a:rPr lang="ko-KR" altLang="en-US" dirty="0"/>
              <a:t>계정 신청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6180017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223615" y="103584"/>
            <a:ext cx="9587296" cy="431800"/>
          </a:xfrm>
        </p:spPr>
        <p:txBody>
          <a:bodyPr/>
          <a:lstStyle/>
          <a:p>
            <a:r>
              <a:rPr lang="en-US" altLang="ko-KR" dirty="0"/>
              <a:t>WCMS </a:t>
            </a:r>
            <a:r>
              <a:rPr lang="ko-KR" altLang="en-US" dirty="0"/>
              <a:t>디렉토리 구조</a:t>
            </a:r>
            <a:r>
              <a:rPr lang="en-US" altLang="ko-KR" dirty="0"/>
              <a:t>, </a:t>
            </a:r>
            <a:r>
              <a:rPr lang="ko-KR" altLang="en-US" dirty="0"/>
              <a:t>배포</a:t>
            </a:r>
            <a:r>
              <a:rPr lang="en-US" altLang="ko-KR" dirty="0"/>
              <a:t> </a:t>
            </a:r>
            <a:r>
              <a:rPr lang="ko-KR" altLang="en-US" dirty="0"/>
              <a:t>방법</a:t>
            </a:r>
            <a:endParaRPr lang="en-US" altLang="ko-KR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8B01B69-6DA5-4ADF-8986-BAD5418406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84068"/>
            <a:ext cx="12192000" cy="59589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BE14DFC-3E07-4F6B-888B-F3C602BCA050}"/>
              </a:ext>
            </a:extLst>
          </p:cNvPr>
          <p:cNvSpPr txBox="1"/>
          <p:nvPr/>
        </p:nvSpPr>
        <p:spPr>
          <a:xfrm>
            <a:off x="5238545" y="2499970"/>
            <a:ext cx="1775486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html </a:t>
            </a:r>
            <a:r>
              <a:rPr lang="ko-KR" altLang="en-US" sz="1400"/>
              <a:t>작업 경로</a:t>
            </a:r>
            <a:endParaRPr lang="en-US" altLang="ko-KR" sz="1400" dirty="0"/>
          </a:p>
          <a:p>
            <a:r>
              <a:rPr lang="en-US" altLang="ko-KR" sz="1400" dirty="0"/>
              <a:t>/</a:t>
            </a:r>
            <a:r>
              <a:rPr lang="en-US" altLang="ko-KR" sz="1400" dirty="0" err="1"/>
              <a:t>kr</a:t>
            </a:r>
            <a:r>
              <a:rPr lang="en-US" altLang="ko-KR" sz="1400" dirty="0"/>
              <a:t>/main/signature/</a:t>
            </a:r>
            <a:endParaRPr lang="ko-KR" altLang="en-US" sz="140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320BD582-0D9A-4662-8B6C-A58167C84FD2}"/>
              </a:ext>
            </a:extLst>
          </p:cNvPr>
          <p:cNvGrpSpPr/>
          <p:nvPr/>
        </p:nvGrpSpPr>
        <p:grpSpPr>
          <a:xfrm>
            <a:off x="3730201" y="5655738"/>
            <a:ext cx="4541086" cy="1028645"/>
            <a:chOff x="505482" y="3435386"/>
            <a:chExt cx="5172075" cy="1171576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E7853952-1302-4C55-AE1A-2BC57193B92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5482" y="3435386"/>
              <a:ext cx="5172075" cy="1171575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16B0B40E-696D-4CF5-9DC6-E4DFDA15BA73}"/>
                </a:ext>
              </a:extLst>
            </p:cNvPr>
            <p:cNvSpPr/>
            <p:nvPr/>
          </p:nvSpPr>
          <p:spPr>
            <a:xfrm>
              <a:off x="731042" y="4417180"/>
              <a:ext cx="1492370" cy="18978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F8FC9240-7E20-4C6B-AC30-FA6F30A6872D}"/>
              </a:ext>
            </a:extLst>
          </p:cNvPr>
          <p:cNvSpPr txBox="1"/>
          <p:nvPr/>
        </p:nvSpPr>
        <p:spPr>
          <a:xfrm>
            <a:off x="5989128" y="6058214"/>
            <a:ext cx="3048270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sz="1400" dirty="0" err="1"/>
              <a:t>css</a:t>
            </a:r>
            <a:r>
              <a:rPr lang="en-US" altLang="ko-KR" sz="1400" dirty="0"/>
              <a:t> </a:t>
            </a:r>
            <a:r>
              <a:rPr lang="ko-KR" altLang="en-US" sz="1400"/>
              <a:t>작업 경로</a:t>
            </a:r>
            <a:endParaRPr lang="en-US" altLang="ko-KR" sz="1400" dirty="0"/>
          </a:p>
          <a:p>
            <a:r>
              <a:rPr lang="en-US" altLang="ko-KR" sz="1400" dirty="0"/>
              <a:t>/</a:t>
            </a:r>
            <a:r>
              <a:rPr lang="en-US" altLang="ko-KR" sz="1400" dirty="0" err="1"/>
              <a:t>kr</a:t>
            </a:r>
            <a:r>
              <a:rPr lang="en-US" altLang="ko-KR" sz="1400" dirty="0"/>
              <a:t>/main/signature/assets/new/</a:t>
            </a:r>
            <a:r>
              <a:rPr lang="en-US" altLang="ko-KR" sz="1400" dirty="0" err="1"/>
              <a:t>css</a:t>
            </a:r>
            <a:r>
              <a:rPr lang="en-US" altLang="ko-KR" sz="1400" dirty="0"/>
              <a:t>/</a:t>
            </a:r>
            <a:endParaRPr lang="ko-KR" altLang="en-US" sz="140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8A54C539-142A-43A7-B93B-D8A8DB77F346}"/>
              </a:ext>
            </a:extLst>
          </p:cNvPr>
          <p:cNvGrpSpPr/>
          <p:nvPr/>
        </p:nvGrpSpPr>
        <p:grpSpPr>
          <a:xfrm>
            <a:off x="3730201" y="3098537"/>
            <a:ext cx="4541086" cy="2438572"/>
            <a:chOff x="505482" y="2541715"/>
            <a:chExt cx="5019675" cy="2695575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03F6281D-8E94-4BC7-A5D1-56C74A0E91C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5482" y="2541715"/>
              <a:ext cx="5019675" cy="2695575"/>
            </a:xfrm>
            <a:prstGeom prst="rect">
              <a:avLst/>
            </a:prstGeom>
          </p:spPr>
        </p:pic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66ECE149-A564-43CD-A4EE-DD7E5D8B53DD}"/>
                </a:ext>
              </a:extLst>
            </p:cNvPr>
            <p:cNvSpPr/>
            <p:nvPr/>
          </p:nvSpPr>
          <p:spPr>
            <a:xfrm>
              <a:off x="731042" y="3711521"/>
              <a:ext cx="2174286" cy="152576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6D286C7-CC40-450A-B992-7D6F82506D4A}"/>
              </a:ext>
            </a:extLst>
          </p:cNvPr>
          <p:cNvSpPr/>
          <p:nvPr/>
        </p:nvSpPr>
        <p:spPr>
          <a:xfrm>
            <a:off x="3791083" y="2856561"/>
            <a:ext cx="1310302" cy="1666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19A6B7-003E-4EB2-9F39-2C79C22B9431}"/>
              </a:ext>
            </a:extLst>
          </p:cNvPr>
          <p:cNvSpPr txBox="1"/>
          <p:nvPr/>
        </p:nvSpPr>
        <p:spPr>
          <a:xfrm>
            <a:off x="5989128" y="4558731"/>
            <a:ext cx="2735685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이미지 파일 경로</a:t>
            </a:r>
            <a:endParaRPr lang="en-US" altLang="ko-KR" sz="1400" dirty="0"/>
          </a:p>
          <a:p>
            <a:r>
              <a:rPr lang="en-US" altLang="ko-KR" sz="1400" dirty="0"/>
              <a:t>/</a:t>
            </a:r>
            <a:r>
              <a:rPr lang="en-US" altLang="ko-KR" sz="1400" dirty="0" err="1"/>
              <a:t>kr</a:t>
            </a:r>
            <a:r>
              <a:rPr lang="en-US" altLang="ko-KR" sz="1400" dirty="0"/>
              <a:t>/main/signature/assets/new/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21778367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223615" y="103584"/>
            <a:ext cx="9587296" cy="431800"/>
          </a:xfrm>
        </p:spPr>
        <p:txBody>
          <a:bodyPr/>
          <a:lstStyle/>
          <a:p>
            <a:r>
              <a:rPr lang="en-US" altLang="ko-KR" dirty="0"/>
              <a:t>WCMS </a:t>
            </a:r>
            <a:r>
              <a:rPr lang="ko-KR" altLang="en-US" dirty="0"/>
              <a:t>디렉토리 구조</a:t>
            </a:r>
            <a:r>
              <a:rPr lang="en-US" altLang="ko-KR" dirty="0"/>
              <a:t>, </a:t>
            </a:r>
            <a:r>
              <a:rPr lang="ko-KR" altLang="en-US" dirty="0"/>
              <a:t>배포</a:t>
            </a:r>
            <a:r>
              <a:rPr lang="en-US" altLang="ko-KR" dirty="0"/>
              <a:t> </a:t>
            </a:r>
            <a:r>
              <a:rPr lang="ko-KR" altLang="en-US" dirty="0"/>
              <a:t>방법</a:t>
            </a:r>
            <a:endParaRPr lang="en-US" altLang="ko-K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B7631B-F0B3-4EE1-81F8-9686F17F68DB}"/>
              </a:ext>
            </a:extLst>
          </p:cNvPr>
          <p:cNvSpPr txBox="1"/>
          <p:nvPr/>
        </p:nvSpPr>
        <p:spPr>
          <a:xfrm>
            <a:off x="6807193" y="3078362"/>
            <a:ext cx="27506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작업된 파일 선택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E272009E-2BFF-4078-AD74-7609C8B0A119}"/>
              </a:ext>
            </a:extLst>
          </p:cNvPr>
          <p:cNvGrpSpPr/>
          <p:nvPr/>
        </p:nvGrpSpPr>
        <p:grpSpPr>
          <a:xfrm>
            <a:off x="0" y="664361"/>
            <a:ext cx="9906000" cy="1988593"/>
            <a:chOff x="0" y="229800"/>
            <a:chExt cx="12192000" cy="2447499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F4AE56B8-CCC3-4110-952B-A3C13CBD5D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229800"/>
              <a:ext cx="12192000" cy="2447499"/>
            </a:xfrm>
            <a:prstGeom prst="rect">
              <a:avLst/>
            </a:prstGeom>
          </p:spPr>
        </p:pic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6D7EDCF2-D826-44A8-BBB0-BF3EB07771A8}"/>
                </a:ext>
              </a:extLst>
            </p:cNvPr>
            <p:cNvSpPr/>
            <p:nvPr/>
          </p:nvSpPr>
          <p:spPr>
            <a:xfrm>
              <a:off x="0" y="2056350"/>
              <a:ext cx="246903" cy="24690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1</a:t>
              </a:r>
              <a:endParaRPr lang="ko-KR" altLang="en-US" sz="1000"/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AED0E00A-0C9C-4EFA-B5BA-8CDC7590B18C}"/>
                </a:ext>
              </a:extLst>
            </p:cNvPr>
            <p:cNvSpPr/>
            <p:nvPr/>
          </p:nvSpPr>
          <p:spPr>
            <a:xfrm>
              <a:off x="11806687" y="397203"/>
              <a:ext cx="246903" cy="24690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2</a:t>
              </a:r>
              <a:endParaRPr lang="ko-KR" altLang="en-US" sz="1000"/>
            </a:p>
          </p:txBody>
        </p:sp>
      </p:grpSp>
      <p:sp>
        <p:nvSpPr>
          <p:cNvPr id="8" name="타원 7">
            <a:extLst>
              <a:ext uri="{FF2B5EF4-FFF2-40B4-BE49-F238E27FC236}">
                <a16:creationId xmlns:a16="http://schemas.microsoft.com/office/drawing/2014/main" id="{9BA0BC7F-449F-4316-8A5A-C18179C8170C}"/>
              </a:ext>
            </a:extLst>
          </p:cNvPr>
          <p:cNvSpPr/>
          <p:nvPr/>
        </p:nvSpPr>
        <p:spPr>
          <a:xfrm>
            <a:off x="6560287" y="3528028"/>
            <a:ext cx="246903" cy="24690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2</a:t>
            </a:r>
            <a:endParaRPr lang="ko-KR" altLang="en-US" sz="100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4C24E63E-C294-4F02-B5EF-B4051C73B47D}"/>
              </a:ext>
            </a:extLst>
          </p:cNvPr>
          <p:cNvSpPr/>
          <p:nvPr/>
        </p:nvSpPr>
        <p:spPr>
          <a:xfrm>
            <a:off x="6560289" y="3078362"/>
            <a:ext cx="246903" cy="24690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1</a:t>
            </a:r>
            <a:endParaRPr lang="ko-KR" altLang="en-US" sz="10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DD2F28-BEDA-4F17-AE1B-BADFB2E8BD68}"/>
              </a:ext>
            </a:extLst>
          </p:cNvPr>
          <p:cNvSpPr txBox="1"/>
          <p:nvPr/>
        </p:nvSpPr>
        <p:spPr>
          <a:xfrm>
            <a:off x="6807191" y="3513809"/>
            <a:ext cx="275064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Submit </a:t>
            </a:r>
            <a:r>
              <a:rPr lang="ko-KR" altLang="en-US" sz="1000"/>
              <a:t>버튼 클릭</a:t>
            </a:r>
            <a:endParaRPr lang="ko-KR" altLang="en-US" sz="1000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55F81225-1DC5-4E8E-A38E-93BF090CE285}"/>
              </a:ext>
            </a:extLst>
          </p:cNvPr>
          <p:cNvGrpSpPr/>
          <p:nvPr/>
        </p:nvGrpSpPr>
        <p:grpSpPr>
          <a:xfrm>
            <a:off x="123451" y="2879190"/>
            <a:ext cx="3806033" cy="3514714"/>
            <a:chOff x="123451" y="2933511"/>
            <a:chExt cx="3806033" cy="3514714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01C43F47-A985-4083-B7B8-13BD29589B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6903" y="2933511"/>
              <a:ext cx="3682581" cy="3514714"/>
            </a:xfrm>
            <a:prstGeom prst="rect">
              <a:avLst/>
            </a:prstGeom>
          </p:spPr>
        </p:pic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3AC11448-A0A0-4ABA-8D53-ABB25A9D56E6}"/>
                </a:ext>
              </a:extLst>
            </p:cNvPr>
            <p:cNvSpPr/>
            <p:nvPr/>
          </p:nvSpPr>
          <p:spPr>
            <a:xfrm>
              <a:off x="123451" y="3259725"/>
              <a:ext cx="246903" cy="24690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3</a:t>
              </a:r>
              <a:endParaRPr lang="ko-KR" altLang="en-US" sz="1000"/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2614E7F0-E24B-41B8-B8C3-721DCF329C32}"/>
              </a:ext>
            </a:extLst>
          </p:cNvPr>
          <p:cNvGrpSpPr/>
          <p:nvPr/>
        </p:nvGrpSpPr>
        <p:grpSpPr>
          <a:xfrm>
            <a:off x="2723381" y="3078362"/>
            <a:ext cx="3703283" cy="3514714"/>
            <a:chOff x="4244358" y="2933511"/>
            <a:chExt cx="3703283" cy="3514714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F1F054D8-EC52-4D5E-A833-F9125682E4C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244358" y="2933511"/>
              <a:ext cx="3703283" cy="3514714"/>
            </a:xfrm>
            <a:prstGeom prst="rect">
              <a:avLst/>
            </a:prstGeom>
          </p:spPr>
        </p:pic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BC804C3A-E705-4B8D-869C-73083F13E196}"/>
                </a:ext>
              </a:extLst>
            </p:cNvPr>
            <p:cNvSpPr/>
            <p:nvPr/>
          </p:nvSpPr>
          <p:spPr>
            <a:xfrm>
              <a:off x="7259653" y="4805291"/>
              <a:ext cx="246903" cy="24690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4</a:t>
              </a:r>
              <a:endParaRPr lang="ko-KR" altLang="en-US" sz="1000"/>
            </a:p>
          </p:txBody>
        </p:sp>
      </p:grpSp>
      <p:sp>
        <p:nvSpPr>
          <p:cNvPr id="17" name="타원 16">
            <a:extLst>
              <a:ext uri="{FF2B5EF4-FFF2-40B4-BE49-F238E27FC236}">
                <a16:creationId xmlns:a16="http://schemas.microsoft.com/office/drawing/2014/main" id="{0EE97FEF-DCE6-4F41-8A18-46B85BDBF98C}"/>
              </a:ext>
            </a:extLst>
          </p:cNvPr>
          <p:cNvSpPr/>
          <p:nvPr/>
        </p:nvSpPr>
        <p:spPr>
          <a:xfrm>
            <a:off x="6560283" y="3977012"/>
            <a:ext cx="246903" cy="24690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3</a:t>
            </a:r>
            <a:endParaRPr lang="ko-KR" altLang="en-US" sz="10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AEEEDDC-05F1-477F-80EA-C93AEC6B0FAF}"/>
              </a:ext>
            </a:extLst>
          </p:cNvPr>
          <p:cNvSpPr txBox="1"/>
          <p:nvPr/>
        </p:nvSpPr>
        <p:spPr>
          <a:xfrm>
            <a:off x="6807189" y="3977694"/>
            <a:ext cx="29716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01.Self Publish Workflow </a:t>
            </a:r>
            <a:r>
              <a:rPr lang="ko-KR" altLang="en-US" sz="1000"/>
              <a:t>선택 후 </a:t>
            </a:r>
            <a:r>
              <a:rPr lang="en-US" altLang="ko-KR" sz="1000" dirty="0"/>
              <a:t>Next </a:t>
            </a:r>
            <a:r>
              <a:rPr lang="ko-KR" altLang="en-US" sz="1000"/>
              <a:t>클릭</a:t>
            </a:r>
            <a:endParaRPr lang="ko-KR" altLang="en-US" sz="1000" dirty="0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CBC2AA3A-AC5D-4981-A38F-5866035BF807}"/>
              </a:ext>
            </a:extLst>
          </p:cNvPr>
          <p:cNvSpPr/>
          <p:nvPr/>
        </p:nvSpPr>
        <p:spPr>
          <a:xfrm>
            <a:off x="6560285" y="4436404"/>
            <a:ext cx="246903" cy="24690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4</a:t>
            </a:r>
            <a:endParaRPr lang="ko-KR" altLang="en-US" sz="10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7443AF6-1182-4DE6-B03A-F531D45F852A}"/>
              </a:ext>
            </a:extLst>
          </p:cNvPr>
          <p:cNvSpPr txBox="1"/>
          <p:nvPr/>
        </p:nvSpPr>
        <p:spPr>
          <a:xfrm>
            <a:off x="6807189" y="4421503"/>
            <a:ext cx="33907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Job </a:t>
            </a:r>
            <a:r>
              <a:rPr lang="ko-KR" altLang="en-US" sz="1000"/>
              <a:t>타이틀</a:t>
            </a:r>
            <a:r>
              <a:rPr lang="en-US" altLang="ko-KR" sz="1000" dirty="0"/>
              <a:t>, </a:t>
            </a:r>
            <a:r>
              <a:rPr lang="ko-KR" altLang="en-US" sz="1000"/>
              <a:t>상세내용 작성 후 </a:t>
            </a:r>
            <a:r>
              <a:rPr lang="en-US" altLang="ko-KR" sz="1000" dirty="0"/>
              <a:t>Run Job </a:t>
            </a:r>
            <a:r>
              <a:rPr lang="ko-KR" altLang="en-US" sz="1000"/>
              <a:t>버튼 클릭</a:t>
            </a:r>
            <a:endParaRPr lang="ko-KR" altLang="en-US" sz="100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D58E5DE-2CB7-43D8-B9C9-739B07277912}"/>
              </a:ext>
            </a:extLst>
          </p:cNvPr>
          <p:cNvSpPr/>
          <p:nvPr/>
        </p:nvSpPr>
        <p:spPr>
          <a:xfrm>
            <a:off x="6560283" y="4875662"/>
            <a:ext cx="2872596" cy="11674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r>
              <a:rPr lang="ko-KR" altLang="en-US"/>
              <a:t>번까지 진행되면</a:t>
            </a:r>
            <a:endParaRPr lang="en-US" altLang="ko-KR" dirty="0"/>
          </a:p>
          <a:p>
            <a:pPr algn="ctr"/>
            <a:r>
              <a:rPr lang="en-US" altLang="ko-KR" dirty="0"/>
              <a:t>STG </a:t>
            </a:r>
            <a:r>
              <a:rPr lang="ko-KR" altLang="en-US"/>
              <a:t>반영 완료</a:t>
            </a:r>
          </a:p>
        </p:txBody>
      </p:sp>
    </p:spTree>
    <p:extLst>
      <p:ext uri="{BB962C8B-B14F-4D97-AF65-F5344CB8AC3E}">
        <p14:creationId xmlns:p14="http://schemas.microsoft.com/office/powerpoint/2010/main" val="3791545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223615" y="103584"/>
            <a:ext cx="9587296" cy="431800"/>
          </a:xfrm>
        </p:spPr>
        <p:txBody>
          <a:bodyPr/>
          <a:lstStyle/>
          <a:p>
            <a:r>
              <a:rPr lang="en-US" altLang="ko-KR" dirty="0"/>
              <a:t>WCMS </a:t>
            </a:r>
            <a:r>
              <a:rPr lang="ko-KR" altLang="en-US" dirty="0"/>
              <a:t>디렉토리 구조</a:t>
            </a:r>
            <a:r>
              <a:rPr lang="en-US" altLang="ko-KR" dirty="0"/>
              <a:t>, </a:t>
            </a:r>
            <a:r>
              <a:rPr lang="ko-KR" altLang="en-US" dirty="0"/>
              <a:t>배포</a:t>
            </a:r>
            <a:r>
              <a:rPr lang="en-US" altLang="ko-KR" dirty="0"/>
              <a:t> </a:t>
            </a:r>
            <a:r>
              <a:rPr lang="ko-KR" altLang="en-US" dirty="0"/>
              <a:t>방법</a:t>
            </a:r>
            <a:endParaRPr lang="en-US" altLang="ko-KR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35DA302-C6FE-47A2-88A9-66F9092C44A6}"/>
              </a:ext>
            </a:extLst>
          </p:cNvPr>
          <p:cNvGrpSpPr/>
          <p:nvPr/>
        </p:nvGrpSpPr>
        <p:grpSpPr>
          <a:xfrm>
            <a:off x="0" y="470787"/>
            <a:ext cx="9765102" cy="3835744"/>
            <a:chOff x="0" y="1"/>
            <a:chExt cx="9765102" cy="3835744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E4638C4D-B59C-4412-9B44-52CC37FFA2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1"/>
              <a:ext cx="9765102" cy="3835744"/>
            </a:xfrm>
            <a:prstGeom prst="rect">
              <a:avLst/>
            </a:prstGeom>
          </p:spPr>
        </p:pic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42729AEB-18D3-4504-863D-AB16061B3FB1}"/>
                </a:ext>
              </a:extLst>
            </p:cNvPr>
            <p:cNvSpPr/>
            <p:nvPr/>
          </p:nvSpPr>
          <p:spPr>
            <a:xfrm>
              <a:off x="1159203" y="227549"/>
              <a:ext cx="246903" cy="24690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5</a:t>
              </a:r>
              <a:endParaRPr lang="ko-KR" altLang="en-US" sz="1000"/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4B7C9D71-9D00-4D98-8394-47D2A7FA8407}"/>
                </a:ext>
              </a:extLst>
            </p:cNvPr>
            <p:cNvSpPr/>
            <p:nvPr/>
          </p:nvSpPr>
          <p:spPr>
            <a:xfrm>
              <a:off x="1035751" y="3168041"/>
              <a:ext cx="246903" cy="24690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6</a:t>
              </a:r>
              <a:endParaRPr lang="ko-KR" altLang="en-US" sz="1000"/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9FB6AC70-BA28-49BA-9DFA-7113853C447A}"/>
              </a:ext>
            </a:extLst>
          </p:cNvPr>
          <p:cNvGrpSpPr/>
          <p:nvPr/>
        </p:nvGrpSpPr>
        <p:grpSpPr>
          <a:xfrm>
            <a:off x="0" y="4306531"/>
            <a:ext cx="9765102" cy="2554823"/>
            <a:chOff x="0" y="3835745"/>
            <a:chExt cx="9765102" cy="2554823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D1DD5DC5-05FC-4F5E-911B-D7039D02EE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3835745"/>
              <a:ext cx="9765102" cy="2554823"/>
            </a:xfrm>
            <a:prstGeom prst="rect">
              <a:avLst/>
            </a:prstGeom>
          </p:spPr>
        </p:pic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12FCEC48-DD19-428A-A44E-3757726E064C}"/>
                </a:ext>
              </a:extLst>
            </p:cNvPr>
            <p:cNvSpPr/>
            <p:nvPr/>
          </p:nvSpPr>
          <p:spPr>
            <a:xfrm>
              <a:off x="8495731" y="5984821"/>
              <a:ext cx="246903" cy="24690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/>
                <a:t>7</a:t>
              </a:r>
              <a:endParaRPr lang="ko-KR" altLang="en-US" sz="1000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B92220B0-01CA-4CC3-9413-C34FA88599DB}"/>
              </a:ext>
            </a:extLst>
          </p:cNvPr>
          <p:cNvSpPr txBox="1"/>
          <p:nvPr/>
        </p:nvSpPr>
        <p:spPr>
          <a:xfrm>
            <a:off x="8159004" y="3885730"/>
            <a:ext cx="18013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/>
              <a:t>워크플로우</a:t>
            </a:r>
            <a:r>
              <a:rPr lang="ko-KR" altLang="en-US" sz="1000" dirty="0"/>
              <a:t> 메뉴 클릭</a:t>
            </a: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00EAE13A-F3FF-4F94-AD34-1CBD8A749E72}"/>
              </a:ext>
            </a:extLst>
          </p:cNvPr>
          <p:cNvSpPr/>
          <p:nvPr/>
        </p:nvSpPr>
        <p:spPr>
          <a:xfrm>
            <a:off x="7912098" y="4335396"/>
            <a:ext cx="246903" cy="24690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6</a:t>
            </a:r>
            <a:endParaRPr lang="ko-KR" altLang="en-US" sz="1000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7731B166-7709-4497-B56F-6626618FBCAB}"/>
              </a:ext>
            </a:extLst>
          </p:cNvPr>
          <p:cNvSpPr/>
          <p:nvPr/>
        </p:nvSpPr>
        <p:spPr>
          <a:xfrm>
            <a:off x="7912100" y="3885730"/>
            <a:ext cx="246903" cy="24690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5</a:t>
            </a:r>
            <a:endParaRPr lang="ko-KR" altLang="en-US" sz="10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802088D-7C7C-415F-B974-DAEBFC4702F3}"/>
              </a:ext>
            </a:extLst>
          </p:cNvPr>
          <p:cNvSpPr txBox="1"/>
          <p:nvPr/>
        </p:nvSpPr>
        <p:spPr>
          <a:xfrm>
            <a:off x="8159002" y="4328968"/>
            <a:ext cx="18013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/>
              <a:t>윈도우창</a:t>
            </a:r>
            <a:r>
              <a:rPr lang="ko-KR" altLang="en-US" sz="1000" dirty="0"/>
              <a:t> 아이콘 클릭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E0CBF758-EBC9-48D7-8F6E-D88A6C317B72}"/>
              </a:ext>
            </a:extLst>
          </p:cNvPr>
          <p:cNvSpPr/>
          <p:nvPr/>
        </p:nvSpPr>
        <p:spPr>
          <a:xfrm>
            <a:off x="7912098" y="4792171"/>
            <a:ext cx="246903" cy="24690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7</a:t>
            </a:r>
            <a:endParaRPr lang="ko-KR" altLang="en-US" sz="10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36E4245-7487-438D-A5DA-A6ADD59190E9}"/>
              </a:ext>
            </a:extLst>
          </p:cNvPr>
          <p:cNvSpPr txBox="1"/>
          <p:nvPr/>
        </p:nvSpPr>
        <p:spPr>
          <a:xfrm>
            <a:off x="8159002" y="4777952"/>
            <a:ext cx="18013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Approve </a:t>
            </a:r>
            <a:r>
              <a:rPr lang="ko-KR" altLang="en-US" sz="1000"/>
              <a:t>버튼 클릭</a:t>
            </a:r>
            <a:endParaRPr lang="ko-KR" altLang="en-US" sz="1000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BD4F966-AA3E-4056-93F2-991E061B487A}"/>
              </a:ext>
            </a:extLst>
          </p:cNvPr>
          <p:cNvSpPr/>
          <p:nvPr/>
        </p:nvSpPr>
        <p:spPr>
          <a:xfrm>
            <a:off x="4767575" y="3885730"/>
            <a:ext cx="2872596" cy="11674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r>
              <a:rPr lang="ko-KR" altLang="en-US"/>
              <a:t>번까지 진행되면</a:t>
            </a:r>
            <a:endParaRPr lang="en-US" altLang="ko-KR" dirty="0"/>
          </a:p>
          <a:p>
            <a:pPr algn="ctr"/>
            <a:r>
              <a:rPr lang="ko-KR" altLang="en-US" dirty="0"/>
              <a:t>운영 반영 완료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160774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">
            <a:extLst>
              <a:ext uri="{FF2B5EF4-FFF2-40B4-BE49-F238E27FC236}">
                <a16:creationId xmlns:a16="http://schemas.microsoft.com/office/drawing/2014/main" id="{746EED76-91A6-9345-888F-69A131BBD2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3615" y="103584"/>
            <a:ext cx="9587296" cy="30242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+mn-ea"/>
              </a:rPr>
              <a:t>#</a:t>
            </a:r>
            <a:r>
              <a:rPr lang="ko-KR" altLang="en-US" sz="1400" dirty="0">
                <a:latin typeface="+mn-ea"/>
              </a:rPr>
              <a:t> 프로젝트 작업 환경 </a:t>
            </a:r>
            <a:r>
              <a:rPr lang="en-US" altLang="ko-KR" sz="1400" dirty="0">
                <a:latin typeface="+mn-ea"/>
              </a:rPr>
              <a:t>#</a:t>
            </a:r>
          </a:p>
        </p:txBody>
      </p:sp>
      <p:sp>
        <p:nvSpPr>
          <p:cNvPr id="20" name="텍스트 개체 틀 1">
            <a:extLst>
              <a:ext uri="{FF2B5EF4-FFF2-40B4-BE49-F238E27FC236}">
                <a16:creationId xmlns:a16="http://schemas.microsoft.com/office/drawing/2014/main" id="{F415AEB7-CCB2-E447-8384-228A8DE3143B}"/>
              </a:ext>
            </a:extLst>
          </p:cNvPr>
          <p:cNvSpPr txBox="1">
            <a:spLocks/>
          </p:cNvSpPr>
          <p:nvPr/>
        </p:nvSpPr>
        <p:spPr>
          <a:xfrm>
            <a:off x="223615" y="468834"/>
            <a:ext cx="9587296" cy="6197212"/>
          </a:xfrm>
          <a:prstGeom prst="rect">
            <a:avLst/>
          </a:prstGeom>
        </p:spPr>
        <p:txBody>
          <a:bodyPr/>
          <a:lstStyle>
            <a:lvl1pPr marL="0" indent="0" algn="l" defTabSz="914395" rtl="0" eaLnBrk="1" latinLnBrk="1" hangingPunct="1">
              <a:spcBef>
                <a:spcPct val="20000"/>
              </a:spcBef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맑은 고딕" panose="020B0503020000020004" pitchFamily="50" charset="-127"/>
                <a:ea typeface="+mn-ea"/>
                <a:cs typeface="+mn-cs"/>
              </a:defRPr>
            </a:lvl1pPr>
            <a:lvl2pPr marL="742946" indent="-285749" algn="l" defTabSz="914395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93" indent="-228599" algn="l" defTabSz="914395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91" indent="-228599" algn="l" defTabSz="914395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88" indent="-228599" algn="l" defTabSz="914395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85" indent="-228599" algn="l" defTabSz="914395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83" indent="-228599" algn="l" defTabSz="914395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80" indent="-228599" algn="l" defTabSz="914395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77" indent="-228599" algn="l" defTabSz="914395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ko-KR" altLang="ko-KR" sz="1200" dirty="0">
                <a:latin typeface="+mn-ea"/>
              </a:rPr>
              <a:t>웹 표준 준수 여부</a:t>
            </a:r>
            <a:r>
              <a:rPr lang="en-US" altLang="ko-KR" sz="1200" dirty="0">
                <a:latin typeface="+mn-ea"/>
              </a:rPr>
              <a:t> (DTD </a:t>
            </a:r>
            <a:r>
              <a:rPr lang="ko-KR" altLang="ko-KR" sz="1200" dirty="0">
                <a:latin typeface="+mn-ea"/>
              </a:rPr>
              <a:t>종류</a:t>
            </a:r>
            <a:r>
              <a:rPr lang="ko-KR" altLang="en-US" sz="1200" dirty="0">
                <a:latin typeface="+mn-ea"/>
              </a:rPr>
              <a:t> 등</a:t>
            </a:r>
            <a:r>
              <a:rPr lang="en-US" altLang="ko-KR" sz="1200" dirty="0">
                <a:latin typeface="+mn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000" dirty="0">
                <a:latin typeface="+mn-ea"/>
              </a:rPr>
              <a:t>&lt;!DOCTYPE html&gt;</a:t>
            </a:r>
          </a:p>
          <a:p>
            <a:pPr>
              <a:lnSpc>
                <a:spcPct val="150000"/>
              </a:lnSpc>
            </a:pPr>
            <a:endParaRPr lang="en-US" altLang="ko-KR" sz="1000" dirty="0">
              <a:latin typeface="+mn-ea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 startAt="2"/>
            </a:pPr>
            <a:r>
              <a:rPr lang="ko-KR" altLang="en-US" sz="1200" dirty="0">
                <a:latin typeface="+mn-ea"/>
              </a:rPr>
              <a:t>웹사이트 </a:t>
            </a:r>
            <a:r>
              <a:rPr lang="ko-KR" altLang="en-US" sz="1200" dirty="0" err="1">
                <a:latin typeface="+mn-ea"/>
              </a:rPr>
              <a:t>인코딩</a:t>
            </a:r>
            <a:r>
              <a:rPr lang="ko-KR" altLang="en-US" sz="1200" dirty="0">
                <a:latin typeface="+mn-ea"/>
              </a:rPr>
              <a:t> 방식</a:t>
            </a:r>
            <a:endParaRPr lang="en-US" altLang="ko-KR" sz="12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latin typeface="+mn-ea"/>
              </a:rPr>
              <a:t>UTF-8</a:t>
            </a:r>
          </a:p>
          <a:p>
            <a:pPr>
              <a:lnSpc>
                <a:spcPct val="150000"/>
              </a:lnSpc>
            </a:pPr>
            <a:endParaRPr lang="en-US" altLang="ko-KR" sz="1200" dirty="0">
              <a:latin typeface="+mn-ea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 startAt="3"/>
            </a:pPr>
            <a:r>
              <a:rPr lang="ko-KR" altLang="ko-KR" sz="1200" dirty="0">
                <a:latin typeface="+mn-ea"/>
              </a:rPr>
              <a:t> </a:t>
            </a:r>
            <a:r>
              <a:rPr lang="ko-KR" altLang="en-US" sz="1200" dirty="0" err="1">
                <a:latin typeface="+mn-ea"/>
              </a:rPr>
              <a:t>크로스브라우징</a:t>
            </a:r>
            <a:r>
              <a:rPr lang="ko-KR" altLang="en-US" sz="1200" dirty="0">
                <a:latin typeface="+mn-ea"/>
              </a:rPr>
              <a:t> 정책</a:t>
            </a:r>
            <a:endParaRPr lang="en-US" altLang="ko-KR" sz="1200" dirty="0">
              <a:latin typeface="+mn-ea"/>
            </a:endParaRPr>
          </a:p>
          <a:p>
            <a:pPr fontAlgn="t"/>
            <a:r>
              <a:rPr lang="en-US" altLang="ko-KR" sz="1000" dirty="0">
                <a:latin typeface="+mn-ea"/>
              </a:rPr>
              <a:t>#</a:t>
            </a:r>
            <a:r>
              <a:rPr lang="ko-KR" altLang="ko-KR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PC</a:t>
            </a:r>
            <a:r>
              <a:rPr lang="ko-KR" altLang="ko-KR" sz="1000" dirty="0">
                <a:latin typeface="+mn-ea"/>
              </a:rPr>
              <a:t>웹 </a:t>
            </a:r>
            <a:r>
              <a:rPr lang="en-US" altLang="ko-KR" sz="1000" dirty="0">
                <a:latin typeface="+mn-ea"/>
              </a:rPr>
              <a:t>#</a:t>
            </a:r>
            <a:endParaRPr lang="ko-KR" altLang="ko-KR" sz="1000" b="0" dirty="0">
              <a:latin typeface="+mn-ea"/>
            </a:endParaRPr>
          </a:p>
          <a:p>
            <a:pPr fontAlgn="t"/>
            <a:r>
              <a:rPr lang="ko-KR" altLang="ko-KR" sz="1000" b="0" dirty="0">
                <a:latin typeface="+mn-ea"/>
              </a:rPr>
              <a:t>브라우저 </a:t>
            </a:r>
            <a:r>
              <a:rPr lang="en-US" altLang="ko-KR" sz="1000" b="0" dirty="0">
                <a:latin typeface="+mn-ea"/>
              </a:rPr>
              <a:t>:</a:t>
            </a:r>
            <a:r>
              <a:rPr lang="ko-KR" altLang="ko-KR" sz="1000" b="0" dirty="0">
                <a:latin typeface="+mn-ea"/>
              </a:rPr>
              <a:t> </a:t>
            </a:r>
            <a:r>
              <a:rPr lang="en-US" altLang="ko-KR" sz="1000" b="0" dirty="0">
                <a:latin typeface="+mn-ea"/>
              </a:rPr>
              <a:t>IE11</a:t>
            </a:r>
            <a:r>
              <a:rPr lang="ko-KR" altLang="ko-KR" sz="1000" b="0" dirty="0">
                <a:latin typeface="+mn-ea"/>
              </a:rPr>
              <a:t>이상</a:t>
            </a:r>
            <a:r>
              <a:rPr lang="en-US" altLang="ko-KR" sz="1000" b="0" dirty="0">
                <a:latin typeface="+mn-ea"/>
              </a:rPr>
              <a:t>,</a:t>
            </a:r>
            <a:r>
              <a:rPr lang="ko-KR" altLang="ko-KR" sz="1000" b="0" dirty="0">
                <a:latin typeface="+mn-ea"/>
              </a:rPr>
              <a:t> </a:t>
            </a:r>
            <a:r>
              <a:rPr lang="en-US" altLang="ko-KR" sz="1000" b="0" dirty="0">
                <a:latin typeface="+mn-ea"/>
              </a:rPr>
              <a:t>Chrome,</a:t>
            </a:r>
            <a:r>
              <a:rPr lang="ko-KR" altLang="ko-KR" sz="1000" b="0" dirty="0">
                <a:latin typeface="+mn-ea"/>
              </a:rPr>
              <a:t> </a:t>
            </a:r>
            <a:r>
              <a:rPr lang="en-US" altLang="ko-KR" sz="1000" b="0" dirty="0">
                <a:latin typeface="+mn-ea"/>
              </a:rPr>
              <a:t>Safari(Mac), Firefox</a:t>
            </a:r>
            <a:r>
              <a:rPr lang="ko-KR" altLang="ko-KR" sz="1000" b="0" dirty="0">
                <a:latin typeface="+mn-ea"/>
              </a:rPr>
              <a:t> 최신</a:t>
            </a:r>
          </a:p>
          <a:p>
            <a:pPr fontAlgn="t"/>
            <a:r>
              <a:rPr lang="ko-KR" altLang="ko-KR" sz="1000" b="0" dirty="0">
                <a:latin typeface="+mn-ea"/>
              </a:rPr>
              <a:t>해상도 </a:t>
            </a:r>
            <a:r>
              <a:rPr lang="en-US" altLang="ko-KR" sz="1000" b="0" dirty="0">
                <a:latin typeface="+mn-ea"/>
              </a:rPr>
              <a:t>:</a:t>
            </a:r>
            <a:r>
              <a:rPr lang="ko-KR" altLang="ko-KR" sz="1000" b="0" dirty="0">
                <a:latin typeface="+mn-ea"/>
              </a:rPr>
              <a:t> </a:t>
            </a:r>
            <a:r>
              <a:rPr lang="en-US" altLang="ko-KR" sz="1000" b="0" dirty="0">
                <a:latin typeface="+mn-ea"/>
              </a:rPr>
              <a:t>Width 1600 </a:t>
            </a:r>
            <a:r>
              <a:rPr lang="ko-KR" altLang="ko-KR" sz="1000" b="0" dirty="0">
                <a:latin typeface="+mn-ea"/>
              </a:rPr>
              <a:t>기준 </a:t>
            </a:r>
            <a:r>
              <a:rPr lang="en-US" altLang="ko-KR" sz="1000" b="0" dirty="0">
                <a:latin typeface="+mn-ea"/>
              </a:rPr>
              <a:t>(*Full Image Max size 1920 px)</a:t>
            </a:r>
            <a:endParaRPr lang="ko-KR" altLang="ko-KR" sz="1000" b="0" dirty="0">
              <a:latin typeface="+mn-ea"/>
            </a:endParaRPr>
          </a:p>
          <a:p>
            <a:r>
              <a:rPr lang="en-US" altLang="ko-KR" sz="1000" b="0" dirty="0">
                <a:latin typeface="+mn-ea"/>
              </a:rPr>
              <a:t>Breakpoint</a:t>
            </a:r>
            <a:r>
              <a:rPr lang="ko-KR" altLang="ko-KR" sz="1000" b="0" dirty="0">
                <a:latin typeface="+mn-ea"/>
              </a:rPr>
              <a:t> </a:t>
            </a:r>
            <a:r>
              <a:rPr lang="en-US" altLang="ko-KR" sz="1000" b="0" dirty="0">
                <a:latin typeface="+mn-ea"/>
              </a:rPr>
              <a:t>:</a:t>
            </a:r>
            <a:r>
              <a:rPr lang="ko-KR" altLang="ko-KR" sz="1000" b="0" dirty="0">
                <a:latin typeface="+mn-ea"/>
              </a:rPr>
              <a:t> </a:t>
            </a:r>
            <a:r>
              <a:rPr lang="en-US" altLang="ko-KR" sz="1000" b="0" dirty="0">
                <a:latin typeface="+mn-ea"/>
              </a:rPr>
              <a:t>Width 768 px</a:t>
            </a:r>
            <a:endParaRPr lang="ko-KR" altLang="ko-KR" sz="1000" b="0" dirty="0">
              <a:latin typeface="+mn-ea"/>
            </a:endParaRPr>
          </a:p>
          <a:p>
            <a:pPr fontAlgn="t"/>
            <a:r>
              <a:rPr lang="en-US" altLang="ko-KR" sz="1000" dirty="0">
                <a:latin typeface="+mn-ea"/>
              </a:rPr>
              <a:t>#</a:t>
            </a:r>
            <a:r>
              <a:rPr lang="ko-KR" altLang="ko-KR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Mobile</a:t>
            </a:r>
            <a:r>
              <a:rPr lang="ko-KR" altLang="ko-KR" sz="1000" dirty="0">
                <a:latin typeface="+mn-ea"/>
              </a:rPr>
              <a:t>웹 </a:t>
            </a:r>
            <a:r>
              <a:rPr lang="en-US" altLang="ko-KR" sz="1000" dirty="0">
                <a:latin typeface="+mn-ea"/>
              </a:rPr>
              <a:t>#</a:t>
            </a:r>
            <a:endParaRPr lang="ko-KR" altLang="ko-KR" sz="1000" b="0" dirty="0">
              <a:latin typeface="+mn-ea"/>
            </a:endParaRPr>
          </a:p>
          <a:p>
            <a:pPr fontAlgn="t"/>
            <a:r>
              <a:rPr lang="en-US" altLang="ko-KR" sz="1000" dirty="0">
                <a:latin typeface="+mn-ea"/>
              </a:rPr>
              <a:t>[OS]</a:t>
            </a:r>
            <a:endParaRPr lang="ko-KR" altLang="ko-KR" sz="1000" b="0" dirty="0">
              <a:latin typeface="+mn-ea"/>
            </a:endParaRPr>
          </a:p>
          <a:p>
            <a:pPr fontAlgn="t"/>
            <a:r>
              <a:rPr lang="ko-KR" altLang="ko-KR" sz="1000" b="0" dirty="0" err="1">
                <a:latin typeface="+mn-ea"/>
              </a:rPr>
              <a:t>모바일웹</a:t>
            </a:r>
            <a:r>
              <a:rPr lang="en-US" altLang="ko-KR" sz="1000" b="0" dirty="0">
                <a:latin typeface="+mn-ea"/>
              </a:rPr>
              <a:t>: </a:t>
            </a:r>
            <a:r>
              <a:rPr lang="ko-KR" altLang="ko-KR" sz="1000" b="0" dirty="0">
                <a:latin typeface="+mn-ea"/>
              </a:rPr>
              <a:t>안드로이드 계열 </a:t>
            </a:r>
            <a:r>
              <a:rPr lang="en-US" altLang="ko-KR" sz="1000" b="0" dirty="0">
                <a:latin typeface="+mn-ea"/>
              </a:rPr>
              <a:t>: Android 7.0 </a:t>
            </a:r>
            <a:r>
              <a:rPr lang="ko-KR" altLang="ko-KR" sz="1000" b="0" dirty="0">
                <a:latin typeface="+mn-ea"/>
              </a:rPr>
              <a:t>이상 </a:t>
            </a:r>
            <a:r>
              <a:rPr lang="en-US" altLang="ko-KR" sz="1000" b="0" dirty="0">
                <a:latin typeface="+mn-ea"/>
              </a:rPr>
              <a:t>(</a:t>
            </a:r>
            <a:r>
              <a:rPr lang="ko-KR" altLang="ko-KR" sz="1000" b="0" dirty="0">
                <a:latin typeface="+mn-ea"/>
              </a:rPr>
              <a:t>호환 </a:t>
            </a:r>
            <a:r>
              <a:rPr lang="en-US" altLang="ko-KR" sz="1000" b="0" dirty="0">
                <a:latin typeface="+mn-ea"/>
              </a:rPr>
              <a:t>: Android 4.4</a:t>
            </a:r>
            <a:r>
              <a:rPr lang="ko-KR" altLang="ko-KR" sz="1000" b="0" dirty="0">
                <a:latin typeface="+mn-ea"/>
              </a:rPr>
              <a:t>이상</a:t>
            </a:r>
            <a:r>
              <a:rPr lang="en-US" altLang="ko-KR" sz="1000" b="0" dirty="0">
                <a:latin typeface="+mn-ea"/>
              </a:rPr>
              <a:t>)</a:t>
            </a:r>
            <a:endParaRPr lang="ko-KR" altLang="ko-KR" sz="1000" b="0" dirty="0">
              <a:latin typeface="+mn-ea"/>
            </a:endParaRPr>
          </a:p>
          <a:p>
            <a:r>
              <a:rPr lang="ko-KR" altLang="ko-KR" sz="1000" b="0" dirty="0" err="1">
                <a:latin typeface="+mn-ea"/>
              </a:rPr>
              <a:t>모바일앱</a:t>
            </a:r>
            <a:r>
              <a:rPr lang="en-US" altLang="ko-KR" sz="1000" b="0" dirty="0">
                <a:latin typeface="+mn-ea"/>
              </a:rPr>
              <a:t>: Android  6.0 Marshmallow </a:t>
            </a:r>
            <a:r>
              <a:rPr lang="ko-KR" altLang="ko-KR" sz="1000" b="0" dirty="0">
                <a:latin typeface="+mn-ea"/>
              </a:rPr>
              <a:t>이상</a:t>
            </a:r>
          </a:p>
          <a:p>
            <a:pPr fontAlgn="t"/>
            <a:r>
              <a:rPr lang="ko-KR" altLang="ko-KR" sz="1000" b="0" dirty="0" err="1">
                <a:latin typeface="+mn-ea"/>
              </a:rPr>
              <a:t>모바일웹</a:t>
            </a:r>
            <a:r>
              <a:rPr lang="en-US" altLang="ko-KR" sz="1000" b="0" dirty="0">
                <a:latin typeface="+mn-ea"/>
              </a:rPr>
              <a:t>: </a:t>
            </a:r>
            <a:r>
              <a:rPr lang="ko-KR" altLang="ko-KR" sz="1000" b="0" dirty="0">
                <a:latin typeface="+mn-ea"/>
              </a:rPr>
              <a:t>아이폰 계열 </a:t>
            </a:r>
            <a:r>
              <a:rPr lang="en-US" altLang="ko-KR" sz="1000" b="0" dirty="0">
                <a:latin typeface="+mn-ea"/>
              </a:rPr>
              <a:t>: </a:t>
            </a:r>
            <a:r>
              <a:rPr lang="en-US" altLang="ko-KR" sz="1000" b="0" dirty="0" err="1">
                <a:latin typeface="+mn-ea"/>
              </a:rPr>
              <a:t>Ios</a:t>
            </a:r>
            <a:r>
              <a:rPr lang="en-US" altLang="ko-KR" sz="1000" b="0" dirty="0">
                <a:latin typeface="+mn-ea"/>
              </a:rPr>
              <a:t> 12.0</a:t>
            </a:r>
            <a:r>
              <a:rPr lang="ko-KR" altLang="ko-KR" sz="1000" b="0" dirty="0">
                <a:latin typeface="+mn-ea"/>
              </a:rPr>
              <a:t>이상 </a:t>
            </a:r>
            <a:r>
              <a:rPr lang="en-US" altLang="ko-KR" sz="1000" b="0" dirty="0">
                <a:latin typeface="+mn-ea"/>
              </a:rPr>
              <a:t>(</a:t>
            </a:r>
            <a:r>
              <a:rPr lang="ko-KR" altLang="ko-KR" sz="1000" b="0" dirty="0">
                <a:latin typeface="+mn-ea"/>
              </a:rPr>
              <a:t>호환 </a:t>
            </a:r>
            <a:r>
              <a:rPr lang="en-US" altLang="ko-KR" sz="1000" b="0" dirty="0">
                <a:latin typeface="+mn-ea"/>
              </a:rPr>
              <a:t>: iOS10</a:t>
            </a:r>
            <a:r>
              <a:rPr lang="ko-KR" altLang="ko-KR" sz="1000" b="0" dirty="0">
                <a:latin typeface="+mn-ea"/>
              </a:rPr>
              <a:t>이상</a:t>
            </a:r>
            <a:r>
              <a:rPr lang="en-US" altLang="ko-KR" sz="1000" b="0" dirty="0">
                <a:latin typeface="+mn-ea"/>
              </a:rPr>
              <a:t>)</a:t>
            </a:r>
            <a:endParaRPr lang="ko-KR" altLang="ko-KR" sz="1000" b="0" dirty="0">
              <a:latin typeface="+mn-ea"/>
            </a:endParaRPr>
          </a:p>
          <a:p>
            <a:pPr fontAlgn="t"/>
            <a:r>
              <a:rPr lang="ko-KR" altLang="ko-KR" sz="1000" b="0" dirty="0" err="1">
                <a:latin typeface="+mn-ea"/>
              </a:rPr>
              <a:t>모바일앱</a:t>
            </a:r>
            <a:r>
              <a:rPr lang="en-US" altLang="ko-KR" sz="1000" b="0" dirty="0">
                <a:latin typeface="+mn-ea"/>
              </a:rPr>
              <a:t>: </a:t>
            </a:r>
            <a:r>
              <a:rPr lang="ko-KR" altLang="ko-KR" sz="1000" b="0" dirty="0">
                <a:latin typeface="+mn-ea"/>
              </a:rPr>
              <a:t>지원 안함</a:t>
            </a:r>
            <a:r>
              <a:rPr lang="en-US" altLang="ko-KR" sz="1000" b="0" dirty="0">
                <a:latin typeface="+mn-ea"/>
              </a:rPr>
              <a:t>(Phase 1)</a:t>
            </a:r>
            <a:endParaRPr lang="ko-KR" altLang="ko-KR" sz="1000" b="0" dirty="0">
              <a:latin typeface="+mn-ea"/>
            </a:endParaRPr>
          </a:p>
          <a:p>
            <a:pPr fontAlgn="t"/>
            <a:r>
              <a:rPr lang="en-US" altLang="ko-KR" sz="1000" dirty="0">
                <a:latin typeface="+mn-ea"/>
              </a:rPr>
              <a:t>[</a:t>
            </a:r>
            <a:r>
              <a:rPr lang="ko-KR" altLang="ko-KR" sz="1000" dirty="0">
                <a:latin typeface="+mn-ea"/>
              </a:rPr>
              <a:t>단말기</a:t>
            </a:r>
            <a:r>
              <a:rPr lang="en-US" altLang="ko-KR" sz="1000" dirty="0">
                <a:latin typeface="+mn-ea"/>
              </a:rPr>
              <a:t>]</a:t>
            </a:r>
            <a:endParaRPr lang="ko-KR" altLang="ko-KR" sz="1000" b="0" dirty="0">
              <a:latin typeface="+mn-ea"/>
            </a:endParaRPr>
          </a:p>
          <a:p>
            <a:pPr fontAlgn="t"/>
            <a:r>
              <a:rPr lang="ko-KR" altLang="ko-KR" sz="1000" dirty="0" err="1">
                <a:latin typeface="+mn-ea"/>
              </a:rPr>
              <a:t>모바일웹</a:t>
            </a:r>
            <a:br>
              <a:rPr lang="ko-KR" altLang="ko-KR" sz="1000" b="0" dirty="0">
                <a:latin typeface="+mn-ea"/>
              </a:rPr>
            </a:br>
            <a:r>
              <a:rPr lang="ko-KR" altLang="ko-KR" sz="1000" b="0" dirty="0">
                <a:latin typeface="+mn-ea"/>
              </a:rPr>
              <a:t>  </a:t>
            </a:r>
            <a:r>
              <a:rPr lang="en-US" altLang="ko-KR" sz="1000" b="0" dirty="0">
                <a:latin typeface="+mn-ea"/>
              </a:rPr>
              <a:t>- </a:t>
            </a:r>
            <a:r>
              <a:rPr lang="ko-KR" altLang="ko-KR" sz="1000" b="0" dirty="0">
                <a:latin typeface="+mn-ea"/>
              </a:rPr>
              <a:t>삼성 갤럭시 </a:t>
            </a:r>
            <a:r>
              <a:rPr lang="en-US" altLang="ko-KR" sz="1000" b="0" dirty="0">
                <a:latin typeface="+mn-ea"/>
              </a:rPr>
              <a:t>S9 / </a:t>
            </a:r>
            <a:r>
              <a:rPr lang="ko-KR" altLang="ko-KR" sz="1000" b="0" dirty="0">
                <a:latin typeface="+mn-ea"/>
              </a:rPr>
              <a:t>아이폰 </a:t>
            </a:r>
            <a:r>
              <a:rPr lang="en-US" altLang="ko-KR" sz="1000" b="0" dirty="0">
                <a:latin typeface="+mn-ea"/>
              </a:rPr>
              <a:t>X</a:t>
            </a:r>
            <a:endParaRPr lang="ko-KR" altLang="ko-KR" sz="1000" b="0" dirty="0">
              <a:latin typeface="+mn-ea"/>
            </a:endParaRPr>
          </a:p>
          <a:p>
            <a:pPr fontAlgn="t"/>
            <a:r>
              <a:rPr lang="en-US" altLang="ko-KR" sz="1000" b="0" dirty="0">
                <a:latin typeface="+mn-ea"/>
              </a:rPr>
              <a:t>  - </a:t>
            </a:r>
            <a:r>
              <a:rPr lang="ko-KR" altLang="ko-KR" sz="1000" b="0" dirty="0">
                <a:latin typeface="+mn-ea"/>
              </a:rPr>
              <a:t>호환 </a:t>
            </a:r>
            <a:r>
              <a:rPr lang="en-US" altLang="ko-KR" sz="1000" b="0" dirty="0">
                <a:latin typeface="+mn-ea"/>
              </a:rPr>
              <a:t>(</a:t>
            </a:r>
            <a:r>
              <a:rPr lang="ko-KR" altLang="ko-KR" sz="1000" b="0" dirty="0">
                <a:latin typeface="+mn-ea"/>
              </a:rPr>
              <a:t>갤럭시 </a:t>
            </a:r>
            <a:r>
              <a:rPr lang="en-US" altLang="ko-KR" sz="1000" b="0" dirty="0">
                <a:latin typeface="+mn-ea"/>
              </a:rPr>
              <a:t>S6</a:t>
            </a:r>
            <a:r>
              <a:rPr lang="ko-KR" altLang="ko-KR" sz="1000" b="0" dirty="0">
                <a:latin typeface="+mn-ea"/>
              </a:rPr>
              <a:t>이상</a:t>
            </a:r>
            <a:r>
              <a:rPr lang="en-US" altLang="ko-KR" sz="1000" b="0" dirty="0">
                <a:latin typeface="+mn-ea"/>
              </a:rPr>
              <a:t>, </a:t>
            </a:r>
            <a:r>
              <a:rPr lang="ko-KR" altLang="ko-KR" sz="1000" b="0" dirty="0">
                <a:latin typeface="+mn-ea"/>
              </a:rPr>
              <a:t>아이폰 </a:t>
            </a:r>
            <a:r>
              <a:rPr lang="en-US" altLang="ko-KR" sz="1000" b="0" dirty="0">
                <a:latin typeface="+mn-ea"/>
              </a:rPr>
              <a:t>7 </a:t>
            </a:r>
            <a:r>
              <a:rPr lang="ko-KR" altLang="ko-KR" sz="1000" b="0" dirty="0">
                <a:latin typeface="+mn-ea"/>
              </a:rPr>
              <a:t>이상</a:t>
            </a:r>
            <a:r>
              <a:rPr lang="en-US" altLang="ko-KR" sz="1000" b="0" dirty="0">
                <a:latin typeface="+mn-ea"/>
              </a:rPr>
              <a:t>)</a:t>
            </a:r>
            <a:endParaRPr lang="ko-KR" altLang="ko-KR" sz="1000" b="0" dirty="0">
              <a:latin typeface="+mn-ea"/>
            </a:endParaRPr>
          </a:p>
          <a:p>
            <a:pPr fontAlgn="t"/>
            <a:r>
              <a:rPr lang="ko-KR" altLang="ko-KR" sz="1000" dirty="0" err="1">
                <a:latin typeface="+mn-ea"/>
              </a:rPr>
              <a:t>모바일앱</a:t>
            </a:r>
            <a:endParaRPr lang="ko-KR" altLang="ko-KR" sz="1000" b="0" dirty="0">
              <a:latin typeface="+mn-ea"/>
            </a:endParaRPr>
          </a:p>
          <a:p>
            <a:pPr fontAlgn="t"/>
            <a:r>
              <a:rPr lang="en-US" altLang="ko-KR" sz="1000" b="0" dirty="0">
                <a:latin typeface="+mn-ea"/>
              </a:rPr>
              <a:t>LG G7, V35 ~ </a:t>
            </a:r>
            <a:r>
              <a:rPr lang="ko-KR" altLang="ko-KR" sz="1000" b="0" dirty="0">
                <a:latin typeface="+mn-ea"/>
              </a:rPr>
              <a:t>최근 출시 단말</a:t>
            </a:r>
          </a:p>
          <a:p>
            <a:pPr fontAlgn="t"/>
            <a:r>
              <a:rPr lang="ko-KR" altLang="ko-KR" sz="1000" b="0" dirty="0">
                <a:latin typeface="+mn-ea"/>
              </a:rPr>
              <a:t>삼성 갤럭시 </a:t>
            </a:r>
            <a:r>
              <a:rPr lang="en-US" altLang="ko-KR" sz="1000" b="0" dirty="0">
                <a:latin typeface="+mn-ea"/>
              </a:rPr>
              <a:t>S9, </a:t>
            </a:r>
            <a:r>
              <a:rPr lang="ko-KR" altLang="ko-KR" sz="1000" b="0" dirty="0">
                <a:latin typeface="+mn-ea"/>
              </a:rPr>
              <a:t>노트</a:t>
            </a:r>
            <a:r>
              <a:rPr lang="en-US" altLang="ko-KR" sz="1000" b="0" dirty="0">
                <a:latin typeface="+mn-ea"/>
              </a:rPr>
              <a:t>9 ~ </a:t>
            </a:r>
            <a:r>
              <a:rPr lang="ko-KR" altLang="ko-KR" sz="1000" b="0" dirty="0">
                <a:latin typeface="+mn-ea"/>
              </a:rPr>
              <a:t>최근 출시 단말</a:t>
            </a:r>
          </a:p>
          <a:p>
            <a:r>
              <a:rPr lang="en-US" altLang="ko-KR" sz="1000" dirty="0">
                <a:latin typeface="+mn-ea"/>
              </a:rPr>
              <a:t>[</a:t>
            </a:r>
            <a:r>
              <a:rPr lang="ko-KR" altLang="ko-KR" sz="1000" dirty="0">
                <a:latin typeface="+mn-ea"/>
              </a:rPr>
              <a:t>해상도</a:t>
            </a:r>
            <a:r>
              <a:rPr lang="en-US" altLang="ko-KR" sz="1000" dirty="0">
                <a:latin typeface="+mn-ea"/>
              </a:rPr>
              <a:t>]</a:t>
            </a:r>
            <a:endParaRPr lang="ko-KR" altLang="ko-KR" sz="1000" b="0" dirty="0">
              <a:latin typeface="+mn-ea"/>
            </a:endParaRPr>
          </a:p>
          <a:p>
            <a:r>
              <a:rPr lang="ko-KR" altLang="ko-KR" sz="1000" b="0" dirty="0">
                <a:latin typeface="+mn-ea"/>
              </a:rPr>
              <a:t>모바일 </a:t>
            </a:r>
            <a:r>
              <a:rPr lang="en-US" altLang="ko-KR" sz="1000" b="0" dirty="0">
                <a:latin typeface="+mn-ea"/>
              </a:rPr>
              <a:t>Width 360 ~ 767 px</a:t>
            </a:r>
            <a:endParaRPr lang="ko-KR" altLang="ko-KR" sz="1000" b="0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+mn-ea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 startAt="2"/>
            </a:pPr>
            <a:endParaRPr lang="en-US" altLang="ko-KR" sz="12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7A85C4E-A792-42CE-B87D-C998803A058C}"/>
              </a:ext>
            </a:extLst>
          </p:cNvPr>
          <p:cNvSpPr/>
          <p:nvPr/>
        </p:nvSpPr>
        <p:spPr>
          <a:xfrm>
            <a:off x="4316730" y="747236"/>
            <a:ext cx="4953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현운영소스가 </a:t>
            </a:r>
            <a:r>
              <a:rPr lang="ko-KR" altLang="en-US" dirty="0" err="1">
                <a:solidFill>
                  <a:srgbClr val="FF0000"/>
                </a:solidFill>
              </a:rPr>
              <a:t>jquery</a:t>
            </a:r>
            <a:r>
              <a:rPr lang="ko-KR" altLang="en-US" dirty="0">
                <a:solidFill>
                  <a:srgbClr val="FF0000"/>
                </a:solidFill>
              </a:rPr>
              <a:t> 기반이어서 </a:t>
            </a:r>
            <a:r>
              <a:rPr lang="ko-KR" altLang="en-US" dirty="0" err="1">
                <a:solidFill>
                  <a:srgbClr val="FF0000"/>
                </a:solidFill>
              </a:rPr>
              <a:t>jquery로</a:t>
            </a:r>
            <a:r>
              <a:rPr lang="ko-KR" altLang="en-US" dirty="0">
                <a:solidFill>
                  <a:srgbClr val="FF0000"/>
                </a:solidFill>
              </a:rPr>
              <a:t> 작업해야 유지보수 및 수정이 용이</a:t>
            </a:r>
            <a:endParaRPr lang="en-US" altLang="ko-KR" dirty="0">
              <a:solidFill>
                <a:srgbClr val="FF0000"/>
              </a:solidFill>
            </a:endParaRPr>
          </a:p>
          <a:p>
            <a:endParaRPr lang="ko-KR" altLang="en-US" dirty="0">
              <a:solidFill>
                <a:srgbClr val="FF0000"/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&lt;</a:t>
            </a:r>
            <a:r>
              <a:rPr lang="ko-KR" altLang="en-US" dirty="0">
                <a:solidFill>
                  <a:srgbClr val="FF0000"/>
                </a:solidFill>
              </a:rPr>
              <a:t>버전 정보</a:t>
            </a:r>
            <a:r>
              <a:rPr lang="en-US" altLang="ko-KR" dirty="0">
                <a:solidFill>
                  <a:srgbClr val="FF0000"/>
                </a:solidFill>
              </a:rPr>
              <a:t>&gt;</a:t>
            </a:r>
            <a:endParaRPr lang="ko-KR" altLang="en-US" dirty="0">
              <a:solidFill>
                <a:srgbClr val="FF0000"/>
              </a:solidFill>
            </a:endParaRPr>
          </a:p>
          <a:p>
            <a:r>
              <a:rPr lang="ko-KR" altLang="en-US" dirty="0">
                <a:solidFill>
                  <a:srgbClr val="FF0000"/>
                </a:solidFill>
              </a:rPr>
              <a:t>javascript-ECMAScript5</a:t>
            </a:r>
          </a:p>
          <a:p>
            <a:r>
              <a:rPr lang="ko-KR" altLang="en-US" dirty="0">
                <a:solidFill>
                  <a:srgbClr val="FF0000"/>
                </a:solidFill>
              </a:rPr>
              <a:t>jquery-2.2.4</a:t>
            </a:r>
            <a:endParaRPr lang="en-US" altLang="ko-K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45725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223615" y="103584"/>
            <a:ext cx="9587296" cy="30242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+mn-ea"/>
              </a:rPr>
              <a:t>#</a:t>
            </a:r>
            <a:r>
              <a:rPr lang="ko-KR" altLang="en-US" sz="1400" dirty="0">
                <a:latin typeface="+mn-ea"/>
              </a:rPr>
              <a:t> 개요 </a:t>
            </a:r>
            <a:r>
              <a:rPr lang="en-US" altLang="ko-KR" sz="1400" dirty="0">
                <a:latin typeface="+mn-ea"/>
              </a:rPr>
              <a:t>#</a:t>
            </a:r>
            <a:endParaRPr lang="en-US" altLang="ko-KR" sz="16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3E0236-1592-4C8E-9D41-D05F8360D32D}"/>
              </a:ext>
            </a:extLst>
          </p:cNvPr>
          <p:cNvSpPr txBox="1"/>
          <p:nvPr/>
        </p:nvSpPr>
        <p:spPr>
          <a:xfrm>
            <a:off x="314909" y="611805"/>
            <a:ext cx="9367475" cy="1154162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ko-KR" sz="1000" dirty="0">
                <a:latin typeface="+mn-ea"/>
              </a:rPr>
              <a:t>이 문서는 </a:t>
            </a:r>
            <a:r>
              <a:rPr lang="en-US" altLang="ko-KR" sz="1000" dirty="0">
                <a:latin typeface="+mn-ea"/>
              </a:rPr>
              <a:t>UI</a:t>
            </a:r>
            <a:r>
              <a:rPr lang="ko-KR" altLang="ko-KR" sz="1000" dirty="0">
                <a:latin typeface="+mn-ea"/>
              </a:rPr>
              <a:t>개발 </a:t>
            </a:r>
            <a:r>
              <a:rPr lang="ko-KR" altLang="ko-KR" sz="1000" dirty="0" err="1">
                <a:latin typeface="+mn-ea"/>
              </a:rPr>
              <a:t>진행표</a:t>
            </a:r>
            <a:r>
              <a:rPr lang="ko-KR" altLang="ko-KR" sz="1000" dirty="0">
                <a:latin typeface="+mn-ea"/>
              </a:rPr>
              <a:t> 관리를 위한 가이드 문서입니다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ko-KR" sz="1000" dirty="0" err="1">
                <a:latin typeface="+mn-ea"/>
              </a:rPr>
              <a:t>진행표는</a:t>
            </a:r>
            <a:r>
              <a:rPr lang="ko-KR" altLang="ko-KR" sz="1000" dirty="0">
                <a:latin typeface="+mn-ea"/>
              </a:rPr>
              <a:t> 트리 구조로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ko-KR" sz="1000" dirty="0">
                <a:latin typeface="+mn-ea"/>
              </a:rPr>
              <a:t>이루어져있으며</a:t>
            </a:r>
            <a:r>
              <a:rPr lang="ko-KR" altLang="en-US" sz="1000" dirty="0">
                <a:latin typeface="+mn-ea"/>
              </a:rPr>
              <a:t> </a:t>
            </a:r>
            <a:r>
              <a:rPr lang="ko-KR" altLang="ko-KR" sz="1000" dirty="0">
                <a:latin typeface="+mn-ea"/>
              </a:rPr>
              <a:t>트리 추가 및 기타 설정에 대해 서술하고 있습니다</a:t>
            </a:r>
            <a:r>
              <a:rPr lang="en-US" altLang="ko-KR" sz="1000" dirty="0"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dirty="0" err="1">
                <a:latin typeface="+mn-ea"/>
              </a:rPr>
              <a:t>로컬주소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: </a:t>
            </a:r>
            <a:r>
              <a:rPr lang="en-US" altLang="ko-KR" sz="1000" dirty="0">
                <a:latin typeface="+mn-ea"/>
                <a:hlinkClick r:id="rId3"/>
              </a:rPr>
              <a:t>http://localhost:3010/guide/index.html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latin typeface="+mn-ea"/>
              </a:rPr>
              <a:t>Dev</a:t>
            </a:r>
            <a:r>
              <a:rPr lang="ko-KR" altLang="en-US" sz="1000" dirty="0">
                <a:latin typeface="+mn-ea"/>
              </a:rPr>
              <a:t>서버 주소 </a:t>
            </a:r>
            <a:r>
              <a:rPr lang="en-US" altLang="ko-KR" sz="1000" dirty="0">
                <a:latin typeface="+mn-ea"/>
              </a:rPr>
              <a:t>: </a:t>
            </a:r>
            <a:r>
              <a:rPr lang="en-US" altLang="ko-KR" sz="1000" dirty="0">
                <a:latin typeface="+mn-ea"/>
                <a:hlinkClick r:id="rId4"/>
              </a:rPr>
              <a:t>https://wwwdev50.lge.co.kr/guide/index.html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ko-KR" altLang="ko-KR" sz="1000" dirty="0">
              <a:latin typeface="+mn-ea"/>
            </a:endParaRPr>
          </a:p>
        </p:txBody>
      </p:sp>
      <p:sp>
        <p:nvSpPr>
          <p:cNvPr id="6" name="텍스트 개체 틀 1">
            <a:extLst>
              <a:ext uri="{FF2B5EF4-FFF2-40B4-BE49-F238E27FC236}">
                <a16:creationId xmlns:a16="http://schemas.microsoft.com/office/drawing/2014/main" id="{FD781173-8727-0C46-8F3D-3E440920357F}"/>
              </a:ext>
            </a:extLst>
          </p:cNvPr>
          <p:cNvSpPr txBox="1">
            <a:spLocks/>
          </p:cNvSpPr>
          <p:nvPr/>
        </p:nvSpPr>
        <p:spPr>
          <a:xfrm>
            <a:off x="223615" y="1613237"/>
            <a:ext cx="9587296" cy="302428"/>
          </a:xfrm>
          <a:prstGeom prst="rect">
            <a:avLst/>
          </a:prstGeom>
        </p:spPr>
        <p:txBody>
          <a:bodyPr/>
          <a:lstStyle>
            <a:lvl1pPr marL="0" indent="0" algn="l" defTabSz="914395" rtl="0" eaLnBrk="1" latinLnBrk="1" hangingPunct="1">
              <a:spcBef>
                <a:spcPct val="20000"/>
              </a:spcBef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맑은 고딕" panose="020B0503020000020004" pitchFamily="50" charset="-127"/>
                <a:ea typeface="+mn-ea"/>
                <a:cs typeface="+mn-cs"/>
              </a:defRPr>
            </a:lvl1pPr>
            <a:lvl2pPr marL="742946" indent="-285749" algn="l" defTabSz="914395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93" indent="-228599" algn="l" defTabSz="914395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91" indent="-228599" algn="l" defTabSz="914395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88" indent="-228599" algn="l" defTabSz="914395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85" indent="-228599" algn="l" defTabSz="914395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83" indent="-228599" algn="l" defTabSz="914395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80" indent="-228599" algn="l" defTabSz="914395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77" indent="-228599" algn="l" defTabSz="914395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1200" dirty="0">
                <a:latin typeface="+mn-ea"/>
              </a:rPr>
              <a:t>기본구조</a:t>
            </a:r>
            <a:endParaRPr lang="en-US" altLang="ko-KR" sz="1200" dirty="0"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C5220E-AE3A-4549-AE71-C6AD4692E21D}"/>
              </a:ext>
            </a:extLst>
          </p:cNvPr>
          <p:cNvSpPr txBox="1"/>
          <p:nvPr/>
        </p:nvSpPr>
        <p:spPr>
          <a:xfrm>
            <a:off x="314909" y="1957724"/>
            <a:ext cx="9367475" cy="43191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ko-KR" sz="1000" dirty="0" err="1">
                <a:latin typeface="+mn-ea"/>
              </a:rPr>
              <a:t>마크업</a:t>
            </a:r>
            <a:r>
              <a:rPr lang="ko-KR" altLang="ko-KR" sz="1000" dirty="0">
                <a:latin typeface="+mn-ea"/>
              </a:rPr>
              <a:t> 개발 </a:t>
            </a:r>
            <a:r>
              <a:rPr lang="ko-KR" altLang="ko-KR" sz="1000" dirty="0" err="1">
                <a:latin typeface="+mn-ea"/>
              </a:rPr>
              <a:t>진행표는</a:t>
            </a:r>
            <a:r>
              <a:rPr lang="ko-KR" altLang="ko-KR" sz="1000" dirty="0">
                <a:latin typeface="+mn-ea"/>
              </a:rPr>
              <a:t> </a:t>
            </a:r>
            <a:r>
              <a:rPr lang="ko-KR" altLang="ko-KR" sz="1000" dirty="0" err="1">
                <a:latin typeface="+mn-ea"/>
              </a:rPr>
              <a:t>프레임셋</a:t>
            </a:r>
            <a:r>
              <a:rPr lang="en-US" altLang="ko-KR" sz="1000" dirty="0">
                <a:latin typeface="+mn-ea"/>
              </a:rPr>
              <a:t>(frameset)</a:t>
            </a:r>
            <a:r>
              <a:rPr lang="ko-KR" altLang="ko-KR" sz="1000" dirty="0" err="1">
                <a:latin typeface="+mn-ea"/>
              </a:rPr>
              <a:t>으로</a:t>
            </a:r>
            <a:r>
              <a:rPr lang="ko-KR" altLang="ko-KR" sz="1000" dirty="0">
                <a:latin typeface="+mn-ea"/>
              </a:rPr>
              <a:t> 이루어져 있으며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ko-KR" sz="1000" dirty="0" err="1">
                <a:latin typeface="+mn-ea"/>
              </a:rPr>
              <a:t>트리구조는</a:t>
            </a:r>
            <a:r>
              <a:rPr lang="ko-KR" altLang="ko-KR" sz="1000" dirty="0">
                <a:latin typeface="+mn-ea"/>
              </a:rPr>
              <a:t> </a:t>
            </a:r>
            <a:r>
              <a:rPr lang="en-US" altLang="ko-KR" sz="1000" dirty="0" err="1">
                <a:latin typeface="+mn-ea"/>
              </a:rPr>
              <a:t>dtree.js</a:t>
            </a:r>
            <a:r>
              <a:rPr lang="ko-KR" altLang="ko-KR" sz="1000" dirty="0">
                <a:latin typeface="+mn-ea"/>
              </a:rPr>
              <a:t>에서 구조가 작성이 되며</a:t>
            </a:r>
            <a:r>
              <a:rPr lang="en-US" altLang="ko-KR" sz="1000" dirty="0">
                <a:latin typeface="+mn-ea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ko-KR" altLang="ko-KR" sz="1000" dirty="0">
                <a:latin typeface="+mn-ea"/>
              </a:rPr>
              <a:t>트리 내 화면 및 폴더 추가</a:t>
            </a:r>
            <a:r>
              <a:rPr lang="en-US" altLang="ko-KR" sz="1000" dirty="0">
                <a:latin typeface="+mn-ea"/>
              </a:rPr>
              <a:t>/</a:t>
            </a:r>
            <a:r>
              <a:rPr lang="ko-KR" altLang="ko-KR" sz="1000" dirty="0">
                <a:latin typeface="+mn-ea"/>
              </a:rPr>
              <a:t>수정은 </a:t>
            </a:r>
            <a:r>
              <a:rPr lang="en-US" altLang="ko-KR" sz="1000" dirty="0" err="1">
                <a:latin typeface="+mn-ea"/>
              </a:rPr>
              <a:t>data.js</a:t>
            </a:r>
            <a:r>
              <a:rPr lang="en-US" altLang="ko-KR" sz="1000" dirty="0">
                <a:latin typeface="+mn-ea"/>
              </a:rPr>
              <a:t> </a:t>
            </a:r>
            <a:r>
              <a:rPr lang="ko-KR" altLang="ko-KR" sz="1000" dirty="0">
                <a:latin typeface="+mn-ea"/>
              </a:rPr>
              <a:t>에서 이루어집니다 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12B87F8-AE38-534D-A220-32990545CC11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909" y="2589586"/>
            <a:ext cx="6804847" cy="24236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30DC5D3-9167-C848-9B1B-B7D9B7853D4D}"/>
              </a:ext>
            </a:extLst>
          </p:cNvPr>
          <p:cNvSpPr txBox="1"/>
          <p:nvPr/>
        </p:nvSpPr>
        <p:spPr>
          <a:xfrm>
            <a:off x="333525" y="5241673"/>
            <a:ext cx="9367475" cy="161582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marL="228600" lvl="0" indent="-2286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000" dirty="0">
                <a:latin typeface="+mn-ea"/>
              </a:rPr>
              <a:t>Process </a:t>
            </a:r>
            <a:r>
              <a:rPr lang="ko-KR" altLang="ko-KR" sz="1000" dirty="0">
                <a:latin typeface="+mn-ea"/>
              </a:rPr>
              <a:t>영역 </a:t>
            </a:r>
            <a:r>
              <a:rPr lang="en-US" altLang="ko-KR" sz="1000" dirty="0">
                <a:latin typeface="+mn-ea"/>
              </a:rPr>
              <a:t>: </a:t>
            </a:r>
            <a:r>
              <a:rPr lang="en-US" altLang="ko-KR" sz="1000" b="1" dirty="0" err="1">
                <a:latin typeface="+mn-ea"/>
              </a:rPr>
              <a:t>data.js</a:t>
            </a:r>
            <a:r>
              <a:rPr lang="ko-KR" altLang="ko-KR" sz="1000" dirty="0">
                <a:latin typeface="+mn-ea"/>
              </a:rPr>
              <a:t>와 </a:t>
            </a:r>
            <a:r>
              <a:rPr lang="en-US" altLang="ko-KR" sz="1000" dirty="0" err="1">
                <a:latin typeface="+mn-ea"/>
              </a:rPr>
              <a:t>coding_left.html</a:t>
            </a:r>
            <a:r>
              <a:rPr lang="ko-KR" altLang="ko-KR" sz="1000" dirty="0">
                <a:latin typeface="+mn-ea"/>
              </a:rPr>
              <a:t>을 수정하여 추가할 수 있습니다</a:t>
            </a:r>
            <a:r>
              <a:rPr lang="en-US" altLang="ko-KR" sz="1000" dirty="0">
                <a:latin typeface="+mn-ea"/>
              </a:rPr>
              <a:t>.</a:t>
            </a:r>
          </a:p>
          <a:p>
            <a:pPr marL="228600" lvl="0" indent="-2286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000" dirty="0">
                <a:latin typeface="+mn-ea"/>
              </a:rPr>
              <a:t>WSG </a:t>
            </a:r>
            <a:r>
              <a:rPr lang="ko-KR" altLang="ko-KR" sz="1000" dirty="0">
                <a:latin typeface="+mn-ea"/>
              </a:rPr>
              <a:t>영역</a:t>
            </a:r>
            <a:r>
              <a:rPr lang="en-US" altLang="ko-KR" sz="1000" dirty="0">
                <a:latin typeface="+mn-ea"/>
              </a:rPr>
              <a:t> : </a:t>
            </a:r>
            <a:r>
              <a:rPr lang="ko-KR" altLang="ko-KR" sz="1000" dirty="0">
                <a:latin typeface="+mn-ea"/>
              </a:rPr>
              <a:t>프로젝트 관련한 결정사항 및 각종 </a:t>
            </a:r>
            <a:r>
              <a:rPr lang="en-US" altLang="ko-KR" sz="1000" dirty="0">
                <a:latin typeface="+mn-ea"/>
              </a:rPr>
              <a:t>WSG</a:t>
            </a:r>
            <a:r>
              <a:rPr lang="ko-KR" altLang="ko-KR" sz="1000" dirty="0" err="1">
                <a:latin typeface="+mn-ea"/>
              </a:rPr>
              <a:t>를</a:t>
            </a:r>
            <a:r>
              <a:rPr lang="ko-KR" altLang="ko-KR" sz="1000" dirty="0">
                <a:latin typeface="+mn-ea"/>
              </a:rPr>
              <a:t> 확인할 수 있습니다</a:t>
            </a:r>
            <a:r>
              <a:rPr lang="en-US" altLang="ko-KR" sz="1000" dirty="0">
                <a:latin typeface="+mn-ea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romanUcPeriod"/>
            </a:pPr>
            <a:r>
              <a:rPr lang="ko-KR" altLang="ko-KR" sz="1000" dirty="0">
                <a:latin typeface="+mn-ea"/>
              </a:rPr>
              <a:t>프로세스 영역과 동일하게 특정 </a:t>
            </a:r>
            <a:r>
              <a:rPr lang="en-US" altLang="ko-KR" sz="1000" dirty="0">
                <a:latin typeface="+mn-ea"/>
              </a:rPr>
              <a:t>html</a:t>
            </a:r>
            <a:r>
              <a:rPr lang="ko-KR" altLang="ko-KR" sz="1000" dirty="0">
                <a:latin typeface="+mn-ea"/>
              </a:rPr>
              <a:t>파일을 통해 관리할 수 있습니다</a:t>
            </a:r>
            <a:r>
              <a:rPr lang="en-US" altLang="ko-KR" sz="1000" dirty="0">
                <a:latin typeface="+mn-ea"/>
              </a:rPr>
              <a:t>.</a:t>
            </a:r>
            <a:r>
              <a:rPr lang="ko-KR" altLang="ko-KR" sz="1000" dirty="0">
                <a:latin typeface="+mn-ea"/>
              </a:rPr>
              <a:t> </a:t>
            </a:r>
            <a:endParaRPr lang="en-US" altLang="ko-KR" sz="1000" dirty="0">
              <a:latin typeface="+mn-ea"/>
            </a:endParaRPr>
          </a:p>
          <a:p>
            <a:pPr marL="228600" lvl="0" indent="-228600">
              <a:lnSpc>
                <a:spcPct val="150000"/>
              </a:lnSpc>
              <a:buFont typeface="+mj-lt"/>
              <a:buAutoNum type="arabicPeriod"/>
            </a:pPr>
            <a:r>
              <a:rPr lang="ko-KR" altLang="ko-KR" sz="1000" dirty="0">
                <a:latin typeface="+mn-ea"/>
              </a:rPr>
              <a:t>화면 리스트 영역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ko-KR" sz="1000" dirty="0">
                <a:latin typeface="+mn-ea"/>
              </a:rPr>
              <a:t>프로젝트에서 작성된 화면 리스트를 확인 할 수 있습니다</a:t>
            </a:r>
            <a:endParaRPr lang="en-US" altLang="ko-KR" sz="1000" dirty="0">
              <a:latin typeface="+mn-ea"/>
            </a:endParaRPr>
          </a:p>
          <a:p>
            <a:pPr marL="742950" lvl="1" indent="-285750">
              <a:lnSpc>
                <a:spcPct val="150000"/>
              </a:lnSpc>
              <a:buFont typeface="+mj-lt"/>
              <a:buAutoNum type="romanUcPeriod"/>
            </a:pPr>
            <a:r>
              <a:rPr lang="ko-KR" altLang="ko-KR" sz="1000" dirty="0">
                <a:latin typeface="+mn-ea"/>
              </a:rPr>
              <a:t>프로세스 영역과 동일하게 특정 </a:t>
            </a:r>
            <a:r>
              <a:rPr lang="en-US" altLang="ko-KR" sz="1000" dirty="0">
                <a:latin typeface="+mn-ea"/>
              </a:rPr>
              <a:t>html</a:t>
            </a:r>
            <a:r>
              <a:rPr lang="ko-KR" altLang="ko-KR" sz="1000" dirty="0">
                <a:latin typeface="+mn-ea"/>
              </a:rPr>
              <a:t>파일을 통해 관리할 수 있습니다</a:t>
            </a:r>
            <a:r>
              <a:rPr lang="en-US" altLang="ko-KR" sz="1000" dirty="0">
                <a:latin typeface="+mn-ea"/>
              </a:rPr>
              <a:t>.</a:t>
            </a:r>
          </a:p>
          <a:p>
            <a:pPr marL="228600" lvl="0" indent="-2286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000" dirty="0">
                <a:latin typeface="+mn-ea"/>
              </a:rPr>
              <a:t>3</a:t>
            </a:r>
            <a:r>
              <a:rPr lang="ko-KR" altLang="ko-KR" sz="1000" dirty="0">
                <a:latin typeface="+mn-ea"/>
              </a:rPr>
              <a:t>번 영역에서 클릭한 </a:t>
            </a:r>
            <a:r>
              <a:rPr lang="en-US" altLang="ko-KR" sz="1000" dirty="0">
                <a:latin typeface="+mn-ea"/>
              </a:rPr>
              <a:t>html</a:t>
            </a:r>
            <a:r>
              <a:rPr lang="ko-KR" altLang="ko-KR" sz="1000" dirty="0">
                <a:latin typeface="+mn-ea"/>
              </a:rPr>
              <a:t>화면이 보여지는 영역입니다</a:t>
            </a:r>
            <a:r>
              <a:rPr lang="en-US" altLang="ko-KR" sz="1000" dirty="0">
                <a:latin typeface="+mn-ea"/>
              </a:rPr>
              <a:t>.(</a:t>
            </a:r>
            <a:r>
              <a:rPr lang="en-US" altLang="ko-KR" sz="1000" dirty="0" err="1">
                <a:latin typeface="+mn-ea"/>
              </a:rPr>
              <a:t>coding_main.html</a:t>
            </a:r>
            <a:r>
              <a:rPr lang="ko-KR" altLang="ko-KR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)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ko-KR" altLang="ko-KR" sz="1000" dirty="0">
                <a:latin typeface="+mn-ea"/>
              </a:rPr>
              <a:t>필요한 파일을 검색하여 확인할 수 있습니다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ko-KR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962589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텍스트 개체 틀 1">
            <a:extLst>
              <a:ext uri="{FF2B5EF4-FFF2-40B4-BE49-F238E27FC236}">
                <a16:creationId xmlns:a16="http://schemas.microsoft.com/office/drawing/2014/main" id="{F415AEB7-CCB2-E447-8384-228A8DE3143B}"/>
              </a:ext>
            </a:extLst>
          </p:cNvPr>
          <p:cNvSpPr txBox="1">
            <a:spLocks/>
          </p:cNvSpPr>
          <p:nvPr/>
        </p:nvSpPr>
        <p:spPr>
          <a:xfrm>
            <a:off x="223615" y="139603"/>
            <a:ext cx="9587296" cy="6463622"/>
          </a:xfrm>
          <a:prstGeom prst="rect">
            <a:avLst/>
          </a:prstGeom>
        </p:spPr>
        <p:txBody>
          <a:bodyPr/>
          <a:lstStyle>
            <a:lvl1pPr marL="0" indent="0" algn="l" defTabSz="914395" rtl="0" eaLnBrk="1" latinLnBrk="1" hangingPunct="1">
              <a:spcBef>
                <a:spcPct val="20000"/>
              </a:spcBef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맑은 고딕" panose="020B0503020000020004" pitchFamily="50" charset="-127"/>
                <a:ea typeface="+mn-ea"/>
                <a:cs typeface="+mn-cs"/>
              </a:defRPr>
            </a:lvl1pPr>
            <a:lvl2pPr marL="742946" indent="-285749" algn="l" defTabSz="914395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93" indent="-228599" algn="l" defTabSz="914395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91" indent="-228599" algn="l" defTabSz="914395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88" indent="-228599" algn="l" defTabSz="914395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85" indent="-228599" algn="l" defTabSz="914395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83" indent="-228599" algn="l" defTabSz="914395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80" indent="-228599" algn="l" defTabSz="914395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77" indent="-228599" algn="l" defTabSz="914395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en-US" altLang="ko-KR" sz="1000" b="0" dirty="0">
              <a:latin typeface="+mn-ea"/>
            </a:endParaRPr>
          </a:p>
        </p:txBody>
      </p:sp>
      <p:sp>
        <p:nvSpPr>
          <p:cNvPr id="15" name="텍스트 개체 틀 1">
            <a:extLst>
              <a:ext uri="{FF2B5EF4-FFF2-40B4-BE49-F238E27FC236}">
                <a16:creationId xmlns:a16="http://schemas.microsoft.com/office/drawing/2014/main" id="{61824190-1038-574B-B059-C01FEED854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3615" y="103561"/>
            <a:ext cx="9587296" cy="30242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+mn-ea"/>
              </a:rPr>
              <a:t>#</a:t>
            </a:r>
            <a:r>
              <a:rPr lang="ko-KR" altLang="en-US" sz="1400" dirty="0">
                <a:latin typeface="+mn-ea"/>
              </a:rPr>
              <a:t> </a:t>
            </a:r>
            <a:r>
              <a:rPr lang="ko-KR" altLang="en-US" sz="1400" dirty="0" err="1">
                <a:latin typeface="+mn-ea"/>
              </a:rPr>
              <a:t>마크업</a:t>
            </a:r>
            <a:r>
              <a:rPr lang="ko-KR" altLang="en-US" sz="1400" dirty="0">
                <a:latin typeface="+mn-ea"/>
              </a:rPr>
              <a:t> 문법 가이드 </a:t>
            </a:r>
            <a:r>
              <a:rPr lang="en-US" altLang="ko-KR" sz="1400" dirty="0">
                <a:latin typeface="+mn-ea"/>
              </a:rPr>
              <a:t>#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200" dirty="0">
                <a:latin typeface="+mn-ea"/>
              </a:rPr>
              <a:t>DTD</a:t>
            </a:r>
            <a:r>
              <a:rPr lang="ko-KR" altLang="en-US" sz="1200" dirty="0">
                <a:latin typeface="+mn-ea"/>
              </a:rPr>
              <a:t> 설정</a:t>
            </a:r>
            <a:endParaRPr lang="en-US" altLang="ko-KR" sz="12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000" b="0" dirty="0" err="1">
                <a:latin typeface="+mn-ea"/>
              </a:rPr>
              <a:t>최상단에</a:t>
            </a:r>
            <a:r>
              <a:rPr lang="ko-KR" altLang="en-US" sz="1000" b="0" dirty="0">
                <a:latin typeface="+mn-ea"/>
              </a:rPr>
              <a:t> </a:t>
            </a:r>
            <a:r>
              <a:rPr lang="en-US" altLang="ko-KR" sz="1000" b="0" dirty="0">
                <a:latin typeface="+mn-ea"/>
              </a:rPr>
              <a:t>DTD</a:t>
            </a:r>
            <a:r>
              <a:rPr lang="ko-KR" altLang="en-US" sz="1000" b="0" dirty="0">
                <a:latin typeface="+mn-ea"/>
              </a:rPr>
              <a:t>가 없을 경우 문서 </a:t>
            </a:r>
            <a:r>
              <a:rPr lang="ko-KR" altLang="en-US" sz="1000" b="0" dirty="0" err="1">
                <a:latin typeface="+mn-ea"/>
              </a:rPr>
              <a:t>선언사항을</a:t>
            </a:r>
            <a:r>
              <a:rPr lang="ko-KR" altLang="en-US" sz="1000" b="0" dirty="0">
                <a:latin typeface="+mn-ea"/>
              </a:rPr>
              <a:t> 제대로 읽지 못하기 때문에 </a:t>
            </a:r>
            <a:r>
              <a:rPr lang="en-US" altLang="ko-KR" sz="1000" b="0" dirty="0">
                <a:latin typeface="+mn-ea"/>
              </a:rPr>
              <a:t>DTD</a:t>
            </a:r>
            <a:r>
              <a:rPr lang="ko-KR" altLang="en-US" sz="1000" b="0" dirty="0">
                <a:latin typeface="+mn-ea"/>
              </a:rPr>
              <a:t>는 문서의 </a:t>
            </a:r>
            <a:r>
              <a:rPr lang="ko-KR" altLang="en-US" sz="1000" b="0" dirty="0" err="1">
                <a:latin typeface="+mn-ea"/>
              </a:rPr>
              <a:t>최상단에</a:t>
            </a:r>
            <a:r>
              <a:rPr lang="ko-KR" altLang="en-US" sz="1000" b="0" dirty="0">
                <a:latin typeface="+mn-ea"/>
              </a:rPr>
              <a:t> 기술한다</a:t>
            </a:r>
            <a:r>
              <a:rPr lang="en-US" altLang="ko-KR" sz="1000" b="0" dirty="0"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000" b="0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1000" b="0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1000" b="0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1000" b="0" dirty="0">
              <a:latin typeface="+mn-ea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 startAt="2"/>
            </a:pPr>
            <a:r>
              <a:rPr lang="ko-KR" altLang="en-US" sz="1200" dirty="0" err="1">
                <a:latin typeface="+mn-ea"/>
              </a:rPr>
              <a:t>인코딩</a:t>
            </a:r>
            <a:r>
              <a:rPr lang="ko-KR" altLang="en-US" sz="1200" dirty="0">
                <a:latin typeface="+mn-ea"/>
              </a:rPr>
              <a:t> 설정</a:t>
            </a:r>
            <a:endParaRPr lang="en-US" altLang="ko-KR" sz="12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000" b="0" dirty="0">
                <a:latin typeface="+mn-ea"/>
              </a:rPr>
              <a:t>정해진 </a:t>
            </a:r>
            <a:r>
              <a:rPr lang="ko-KR" altLang="en-US" sz="1000" b="0" dirty="0" err="1">
                <a:latin typeface="+mn-ea"/>
              </a:rPr>
              <a:t>인코딩</a:t>
            </a:r>
            <a:r>
              <a:rPr lang="ko-KR" altLang="en-US" sz="1000" b="0" dirty="0">
                <a:latin typeface="+mn-ea"/>
              </a:rPr>
              <a:t> 방식에 따라 문서 </a:t>
            </a:r>
            <a:r>
              <a:rPr lang="en-US" altLang="ko-KR" sz="1000" b="0" dirty="0">
                <a:latin typeface="+mn-ea"/>
              </a:rPr>
              <a:t>Charset</a:t>
            </a:r>
            <a:r>
              <a:rPr lang="ko-KR" altLang="en-US" sz="1000" b="0" dirty="0">
                <a:latin typeface="+mn-ea"/>
              </a:rPr>
              <a:t> 설정 및 </a:t>
            </a:r>
            <a:r>
              <a:rPr lang="ko-KR" altLang="en-US" sz="1000" b="0" dirty="0" err="1">
                <a:latin typeface="+mn-ea"/>
              </a:rPr>
              <a:t>저장상태를</a:t>
            </a:r>
            <a:r>
              <a:rPr lang="ko-KR" altLang="en-US" sz="1000" b="0" dirty="0">
                <a:latin typeface="+mn-ea"/>
              </a:rPr>
              <a:t> 확인한다</a:t>
            </a:r>
            <a:r>
              <a:rPr lang="en-US" altLang="ko-KR" sz="1000" b="0" dirty="0">
                <a:latin typeface="+mn-ea"/>
              </a:rPr>
              <a:t>.</a:t>
            </a:r>
            <a:r>
              <a:rPr lang="ko-KR" altLang="en-US" sz="1000" b="0" dirty="0">
                <a:latin typeface="+mn-ea"/>
              </a:rPr>
              <a:t> </a:t>
            </a:r>
            <a:r>
              <a:rPr lang="en-US" altLang="ko-KR" sz="1000" b="0" dirty="0">
                <a:latin typeface="+mn-ea"/>
              </a:rPr>
              <a:t>Charset</a:t>
            </a:r>
            <a:r>
              <a:rPr lang="ko-KR" altLang="en-US" sz="1000" b="0" dirty="0">
                <a:latin typeface="+mn-ea"/>
              </a:rPr>
              <a:t> 설정이 잘못 되거나 </a:t>
            </a:r>
            <a:r>
              <a:rPr lang="ko-KR" altLang="en-US" sz="1000" b="0" dirty="0" err="1">
                <a:latin typeface="+mn-ea"/>
              </a:rPr>
              <a:t>저장상태가</a:t>
            </a:r>
            <a:r>
              <a:rPr lang="ko-KR" altLang="en-US" sz="1000" b="0" dirty="0">
                <a:latin typeface="+mn-ea"/>
              </a:rPr>
              <a:t> 잘못된다면 글자가 깨지거나 정렬이 </a:t>
            </a:r>
            <a:r>
              <a:rPr lang="ko-KR" altLang="en-US" sz="1000" b="0" dirty="0" err="1">
                <a:latin typeface="+mn-ea"/>
              </a:rPr>
              <a:t>안맞을</a:t>
            </a:r>
            <a:r>
              <a:rPr lang="ko-KR" altLang="en-US" sz="1000" b="0" dirty="0">
                <a:latin typeface="+mn-ea"/>
              </a:rPr>
              <a:t> 수 있다</a:t>
            </a:r>
            <a:r>
              <a:rPr lang="en-US" altLang="ko-KR" sz="1000" b="0" dirty="0"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000" b="0" dirty="0">
              <a:latin typeface="+mn-ea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 startAt="3"/>
            </a:pPr>
            <a:r>
              <a:rPr lang="ko-KR" altLang="en-US" sz="1200" dirty="0">
                <a:latin typeface="+mn-ea"/>
              </a:rPr>
              <a:t>주석 가이드</a:t>
            </a:r>
            <a:endParaRPr lang="en-US" altLang="ko-KR" sz="1200" dirty="0">
              <a:latin typeface="+mn-ea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 startAt="3"/>
            </a:pPr>
            <a:endParaRPr lang="en-US" altLang="ko-KR" sz="1200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+mn-ea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 startAt="3"/>
            </a:pPr>
            <a:endParaRPr lang="en-US" altLang="ko-KR" sz="12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+mn-ea"/>
              </a:rPr>
              <a:t>#</a:t>
            </a:r>
            <a:r>
              <a:rPr lang="ko-KR" altLang="en-US" sz="1200" dirty="0">
                <a:latin typeface="+mn-ea"/>
              </a:rPr>
              <a:t> </a:t>
            </a:r>
            <a:r>
              <a:rPr lang="ko-KR" altLang="en-US" sz="1200" dirty="0" err="1">
                <a:latin typeface="+mn-ea"/>
              </a:rPr>
              <a:t>마크업</a:t>
            </a:r>
            <a:r>
              <a:rPr lang="ko-KR" altLang="en-US" sz="1200" dirty="0">
                <a:latin typeface="+mn-ea"/>
              </a:rPr>
              <a:t> 공통 가이드 </a:t>
            </a:r>
            <a:r>
              <a:rPr lang="en-US" altLang="ko-KR" sz="1200" dirty="0">
                <a:latin typeface="+mn-ea"/>
              </a:rPr>
              <a:t>#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000" dirty="0">
                <a:latin typeface="+mn-ea"/>
              </a:rPr>
              <a:t>레이아웃 가이드</a:t>
            </a:r>
            <a:endParaRPr lang="en-US" altLang="ko-KR" sz="1000" b="0" dirty="0">
              <a:latin typeface="+mn-ea"/>
            </a:endParaRPr>
          </a:p>
          <a:p>
            <a:endParaRPr lang="en-US" altLang="ko-KR" sz="700" dirty="0">
              <a:latin typeface="+mn-ea"/>
            </a:endParaRPr>
          </a:p>
          <a:p>
            <a:endParaRPr lang="en-US" altLang="ko-KR" sz="700" dirty="0">
              <a:latin typeface="+mn-ea"/>
            </a:endParaRPr>
          </a:p>
          <a:p>
            <a:endParaRPr lang="en-US" altLang="ko-KR" sz="1600" dirty="0">
              <a:latin typeface="+mn-ea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D6597F2-7717-494D-A406-982CB74FD9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5969125"/>
              </p:ext>
            </p:extLst>
          </p:nvPr>
        </p:nvGraphicFramePr>
        <p:xfrm>
          <a:off x="312585" y="1078783"/>
          <a:ext cx="5400675" cy="8534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400675">
                  <a:extLst>
                    <a:ext uri="{9D8B030D-6E8A-4147-A177-3AD203B41FA5}">
                      <a16:colId xmlns:a16="http://schemas.microsoft.com/office/drawing/2014/main" val="33601832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R="114300" algn="just"/>
                      <a:endParaRPr lang="en-US" altLang="ko-KR" sz="800" kern="100" dirty="0">
                        <a:effectLst/>
                        <a:latin typeface="+mn-ea"/>
                        <a:ea typeface="+mn-ea"/>
                      </a:endParaRPr>
                    </a:p>
                    <a:p>
                      <a:r>
                        <a:rPr lang="en-US" altLang="ko-KR" sz="800" b="1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&lt;!DOCTYPE html&gt;</a:t>
                      </a:r>
                      <a:endParaRPr lang="ko-KR" altLang="ko-KR" sz="800" b="1" kern="1200" dirty="0">
                        <a:solidFill>
                          <a:schemeClr val="lt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800" b="1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&lt;html lang="ko"&gt;</a:t>
                      </a:r>
                      <a:endParaRPr lang="ko-KR" altLang="ko-KR" sz="800" b="1" kern="1200" dirty="0">
                        <a:solidFill>
                          <a:schemeClr val="lt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800" b="1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&lt;head&gt; … &lt;/head&gt;</a:t>
                      </a:r>
                      <a:endParaRPr lang="ko-KR" altLang="ko-KR" sz="800" b="1" kern="1200" dirty="0">
                        <a:solidFill>
                          <a:schemeClr val="lt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800" b="1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&lt;body&gt; … &lt;/body&gt;</a:t>
                      </a:r>
                      <a:endParaRPr lang="ko-KR" altLang="ko-KR" sz="800" b="1" kern="1200" dirty="0">
                        <a:solidFill>
                          <a:schemeClr val="lt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800" b="1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&lt;/html&gt;</a:t>
                      </a:r>
                      <a:r>
                        <a:rPr lang="ko-KR" altLang="ko-KR" sz="800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en-US" altLang="ko-KR" sz="800" dirty="0">
                        <a:effectLst/>
                        <a:latin typeface="+mn-ea"/>
                        <a:ea typeface="+mn-ea"/>
                      </a:endParaRPr>
                    </a:p>
                    <a:p>
                      <a:endParaRPr lang="ko-KR" sz="800" kern="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굴림" panose="020B0600000101010101" pitchFamily="34" charset="-127"/>
                      </a:endParaRPr>
                    </a:p>
                  </a:txBody>
                  <a:tcPr marL="68580" marR="68580" marT="0" marB="0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777699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4BCB72B-670C-7B45-983C-1A99667C24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2190060"/>
              </p:ext>
            </p:extLst>
          </p:nvPr>
        </p:nvGraphicFramePr>
        <p:xfrm>
          <a:off x="312584" y="3248447"/>
          <a:ext cx="5400675" cy="7315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400675">
                  <a:extLst>
                    <a:ext uri="{9D8B030D-6E8A-4147-A177-3AD203B41FA5}">
                      <a16:colId xmlns:a16="http://schemas.microsoft.com/office/drawing/2014/main" val="33601832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R="114300" algn="just"/>
                      <a:endParaRPr lang="en-US" altLang="ko-KR" sz="800" kern="100" dirty="0">
                        <a:effectLst/>
                        <a:latin typeface="+mn-ea"/>
                        <a:ea typeface="+mn-ea"/>
                      </a:endParaRPr>
                    </a:p>
                    <a:p>
                      <a:pPr marR="114300" algn="just"/>
                      <a:r>
                        <a:rPr lang="ko-KR" altLang="en-US" sz="800" kern="100" dirty="0">
                          <a:effectLst/>
                          <a:latin typeface="+mn-ea"/>
                          <a:ea typeface="+mn-ea"/>
                        </a:rPr>
                        <a:t>주석 가이드는 해당 </a:t>
                      </a:r>
                      <a:r>
                        <a:rPr lang="ko-KR" altLang="en-US" sz="800" kern="100" dirty="0" err="1">
                          <a:effectLst/>
                          <a:latin typeface="+mn-ea"/>
                          <a:ea typeface="+mn-ea"/>
                        </a:rPr>
                        <a:t>주석영역의</a:t>
                      </a:r>
                      <a:r>
                        <a:rPr lang="ko-KR" altLang="en-US" sz="800" kern="100" dirty="0">
                          <a:effectLst/>
                          <a:latin typeface="+mn-ea"/>
                          <a:ea typeface="+mn-ea"/>
                        </a:rPr>
                        <a:t> 시작과 끝을 알려준다</a:t>
                      </a:r>
                      <a:r>
                        <a:rPr lang="en-US" altLang="ko-KR" sz="800" kern="100" dirty="0"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R="114300" algn="just"/>
                      <a:r>
                        <a:rPr lang="en-US" altLang="ko-KR" sz="800" kern="100" dirty="0">
                          <a:effectLst/>
                          <a:latin typeface="+mn-ea"/>
                          <a:ea typeface="+mn-ea"/>
                        </a:rPr>
                        <a:t>&lt;!--</a:t>
                      </a:r>
                      <a:r>
                        <a:rPr lang="ko-KR" altLang="en-US" sz="800" kern="100" dirty="0">
                          <a:effectLst/>
                          <a:latin typeface="+mn-ea"/>
                          <a:ea typeface="+mn-ea"/>
                        </a:rPr>
                        <a:t> 주석 시작 </a:t>
                      </a:r>
                      <a:r>
                        <a:rPr lang="en-US" altLang="ko-KR" sz="800" kern="100" dirty="0">
                          <a:effectLst/>
                          <a:latin typeface="+mn-ea"/>
                          <a:ea typeface="+mn-ea"/>
                        </a:rPr>
                        <a:t>--&gt;</a:t>
                      </a:r>
                    </a:p>
                    <a:p>
                      <a:pPr marR="114300" algn="just"/>
                      <a:r>
                        <a:rPr lang="ko-KR" altLang="en-US" sz="800" kern="100" dirty="0" err="1">
                          <a:effectLst/>
                          <a:latin typeface="+mn-ea"/>
                          <a:ea typeface="+mn-ea"/>
                        </a:rPr>
                        <a:t>주석영역</a:t>
                      </a:r>
                      <a:r>
                        <a:rPr lang="ko-KR" altLang="en-US" sz="800" kern="100" dirty="0">
                          <a:effectLst/>
                          <a:latin typeface="+mn-ea"/>
                          <a:ea typeface="+mn-ea"/>
                        </a:rPr>
                        <a:t> 내용 </a:t>
                      </a:r>
                      <a:endParaRPr lang="en-US" altLang="ko-KR" sz="800" kern="10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114300" lvl="0" indent="0" algn="just" defTabSz="91439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00" dirty="0">
                          <a:effectLst/>
                          <a:latin typeface="+mn-ea"/>
                          <a:ea typeface="+mn-ea"/>
                        </a:rPr>
                        <a:t>&lt;!--</a:t>
                      </a:r>
                      <a:r>
                        <a:rPr lang="ko-KR" altLang="en-US" sz="800" kern="100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kern="100" dirty="0">
                          <a:effectLst/>
                          <a:latin typeface="+mn-ea"/>
                          <a:ea typeface="+mn-ea"/>
                        </a:rPr>
                        <a:t>//</a:t>
                      </a:r>
                      <a:r>
                        <a:rPr lang="ko-KR" altLang="en-US" sz="800" kern="100" dirty="0">
                          <a:effectLst/>
                          <a:latin typeface="+mn-ea"/>
                          <a:ea typeface="+mn-ea"/>
                        </a:rPr>
                        <a:t>주석 시작 </a:t>
                      </a:r>
                      <a:r>
                        <a:rPr lang="en-US" altLang="ko-KR" sz="800" kern="100" dirty="0">
                          <a:effectLst/>
                          <a:latin typeface="+mn-ea"/>
                          <a:ea typeface="+mn-ea"/>
                        </a:rPr>
                        <a:t>--&gt;</a:t>
                      </a:r>
                      <a:r>
                        <a:rPr lang="ko-KR" altLang="en-US" sz="800" kern="100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en-US" altLang="ko-KR" sz="800" dirty="0">
                        <a:effectLst/>
                        <a:latin typeface="+mn-ea"/>
                        <a:ea typeface="+mn-ea"/>
                      </a:endParaRPr>
                    </a:p>
                    <a:p>
                      <a:endParaRPr lang="ko-KR" sz="800" kern="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굴림" panose="020B0600000101010101" pitchFamily="34" charset="-127"/>
                      </a:endParaRPr>
                    </a:p>
                  </a:txBody>
                  <a:tcPr marL="68580" marR="68580" marT="0" marB="0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777699"/>
                  </a:ext>
                </a:extLst>
              </a:tr>
            </a:tbl>
          </a:graphicData>
        </a:graphic>
      </p:graphicFrame>
      <p:pic>
        <p:nvPicPr>
          <p:cNvPr id="12" name="그림 11">
            <a:extLst>
              <a:ext uri="{FF2B5EF4-FFF2-40B4-BE49-F238E27FC236}">
                <a16:creationId xmlns:a16="http://schemas.microsoft.com/office/drawing/2014/main" id="{4A0D0068-8798-1C4F-BE84-0C81F4ED335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84" y="4774682"/>
            <a:ext cx="3582341" cy="2048652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A0257584-B51E-4945-8F89-F784D1E43018}"/>
              </a:ext>
            </a:extLst>
          </p:cNvPr>
          <p:cNvSpPr/>
          <p:nvPr/>
        </p:nvSpPr>
        <p:spPr>
          <a:xfrm>
            <a:off x="337132" y="4735416"/>
            <a:ext cx="3529873" cy="353770"/>
          </a:xfrm>
          <a:prstGeom prst="rect">
            <a:avLst/>
          </a:prstGeom>
          <a:solidFill>
            <a:schemeClr val="accent1">
              <a:alpha val="29762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>
              <a:lnSpc>
                <a:spcPct val="115000"/>
              </a:lnSpc>
              <a:spcAft>
                <a:spcPts val="1000"/>
              </a:spcAft>
            </a:pPr>
            <a:r>
              <a:rPr lang="en-US" sz="1800" b="1" kern="100">
                <a:solidFill>
                  <a:srgbClr val="FF0000"/>
                </a:solidFill>
                <a:effectLst/>
                <a:latin typeface="YouandiModern TextRegular"/>
                <a:ea typeface="굴림" panose="020B0600000101010101" pitchFamily="34" charset="-127"/>
                <a:cs typeface="YouandiModern TextRegular"/>
              </a:rPr>
              <a:t>HEADER</a:t>
            </a:r>
            <a:endParaRPr lang="ko-KR" sz="900" kern="100">
              <a:effectLst/>
              <a:latin typeface="YouandiModern TextRegular"/>
              <a:ea typeface="굴림" panose="020B0600000101010101" pitchFamily="34" charset="-127"/>
              <a:cs typeface="YouandiModern TextRegular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EBB9494-90A4-E643-B7DE-7F0CA1BF0B87}"/>
              </a:ext>
            </a:extLst>
          </p:cNvPr>
          <p:cNvSpPr/>
          <p:nvPr/>
        </p:nvSpPr>
        <p:spPr>
          <a:xfrm>
            <a:off x="337132" y="6135903"/>
            <a:ext cx="3529873" cy="686522"/>
          </a:xfrm>
          <a:prstGeom prst="rect">
            <a:avLst/>
          </a:prstGeom>
          <a:solidFill>
            <a:schemeClr val="accent1">
              <a:alpha val="29762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>
              <a:lnSpc>
                <a:spcPct val="115000"/>
              </a:lnSpc>
              <a:spcAft>
                <a:spcPts val="1000"/>
              </a:spcAft>
            </a:pPr>
            <a:r>
              <a:rPr lang="en-US" sz="1800" b="1" kern="100">
                <a:solidFill>
                  <a:srgbClr val="FF0000"/>
                </a:solidFill>
                <a:effectLst/>
                <a:latin typeface="YouandiModern TextRegular"/>
                <a:ea typeface="굴림" panose="020B0600000101010101" pitchFamily="34" charset="-127"/>
                <a:cs typeface="YouandiModern TextRegular"/>
              </a:rPr>
              <a:t>FOOTER</a:t>
            </a:r>
            <a:endParaRPr lang="ko-KR" sz="900" kern="100">
              <a:effectLst/>
              <a:latin typeface="YouandiModern TextRegular"/>
              <a:ea typeface="굴림" panose="020B0600000101010101" pitchFamily="34" charset="-127"/>
              <a:cs typeface="YouandiModern TextRegular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56252D4-7CCB-6F4F-BF95-CB9FC76789A9}"/>
              </a:ext>
            </a:extLst>
          </p:cNvPr>
          <p:cNvSpPr/>
          <p:nvPr/>
        </p:nvSpPr>
        <p:spPr>
          <a:xfrm>
            <a:off x="337132" y="5083291"/>
            <a:ext cx="3529873" cy="1061310"/>
          </a:xfrm>
          <a:prstGeom prst="rect">
            <a:avLst/>
          </a:prstGeom>
          <a:solidFill>
            <a:srgbClr val="FFFF0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>
              <a:lnSpc>
                <a:spcPct val="115000"/>
              </a:lnSpc>
              <a:spcAft>
                <a:spcPts val="1000"/>
              </a:spcAft>
            </a:pPr>
            <a:r>
              <a:rPr lang="en-US" sz="1800" b="1" kern="100">
                <a:solidFill>
                  <a:srgbClr val="FF0000"/>
                </a:solidFill>
                <a:effectLst/>
                <a:latin typeface="YouandiModern TextRegular"/>
                <a:ea typeface="굴림" panose="020B0600000101010101" pitchFamily="34" charset="-127"/>
                <a:cs typeface="YouandiModern TextRegular"/>
              </a:rPr>
              <a:t>CONTENT</a:t>
            </a:r>
            <a:endParaRPr lang="ko-KR" sz="900" kern="100">
              <a:effectLst/>
              <a:latin typeface="YouandiModern TextRegular"/>
              <a:ea typeface="굴림" panose="020B0600000101010101" pitchFamily="34" charset="-127"/>
              <a:cs typeface="YouandiModern TextRegular"/>
            </a:endParaRPr>
          </a:p>
        </p:txBody>
      </p:sp>
    </p:spTree>
    <p:extLst>
      <p:ext uri="{BB962C8B-B14F-4D97-AF65-F5344CB8AC3E}">
        <p14:creationId xmlns:p14="http://schemas.microsoft.com/office/powerpoint/2010/main" val="37504480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텍스트 개체 틀 1">
            <a:extLst>
              <a:ext uri="{FF2B5EF4-FFF2-40B4-BE49-F238E27FC236}">
                <a16:creationId xmlns:a16="http://schemas.microsoft.com/office/drawing/2014/main" id="{F415AEB7-CCB2-E447-8384-228A8DE3143B}"/>
              </a:ext>
            </a:extLst>
          </p:cNvPr>
          <p:cNvSpPr txBox="1">
            <a:spLocks/>
          </p:cNvSpPr>
          <p:nvPr/>
        </p:nvSpPr>
        <p:spPr>
          <a:xfrm>
            <a:off x="223615" y="139603"/>
            <a:ext cx="9587296" cy="6463622"/>
          </a:xfrm>
          <a:prstGeom prst="rect">
            <a:avLst/>
          </a:prstGeom>
        </p:spPr>
        <p:txBody>
          <a:bodyPr/>
          <a:lstStyle>
            <a:lvl1pPr marL="0" indent="0" algn="l" defTabSz="914395" rtl="0" eaLnBrk="1" latinLnBrk="1" hangingPunct="1">
              <a:spcBef>
                <a:spcPct val="20000"/>
              </a:spcBef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맑은 고딕" panose="020B0503020000020004" pitchFamily="50" charset="-127"/>
                <a:ea typeface="+mn-ea"/>
                <a:cs typeface="+mn-cs"/>
              </a:defRPr>
            </a:lvl1pPr>
            <a:lvl2pPr marL="742946" indent="-285749" algn="l" defTabSz="914395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93" indent="-228599" algn="l" defTabSz="914395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91" indent="-228599" algn="l" defTabSz="914395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88" indent="-228599" algn="l" defTabSz="914395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85" indent="-228599" algn="l" defTabSz="914395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83" indent="-228599" algn="l" defTabSz="914395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80" indent="-228599" algn="l" defTabSz="914395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77" indent="-228599" algn="l" defTabSz="914395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en-US" altLang="ko-KR" sz="1000" b="0" dirty="0">
              <a:latin typeface="+mn-ea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D6597F2-7717-494D-A406-982CB74FD9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8581994"/>
              </p:ext>
            </p:extLst>
          </p:nvPr>
        </p:nvGraphicFramePr>
        <p:xfrm>
          <a:off x="312584" y="198469"/>
          <a:ext cx="3484619" cy="637724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484619">
                  <a:extLst>
                    <a:ext uri="{9D8B030D-6E8A-4147-A177-3AD203B41FA5}">
                      <a16:colId xmlns:a16="http://schemas.microsoft.com/office/drawing/2014/main" val="33601832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R="114300" algn="just">
                        <a:lnSpc>
                          <a:spcPct val="150000"/>
                        </a:lnSpc>
                      </a:pPr>
                      <a:endParaRPr lang="en-US" altLang="ko-KR" sz="800" b="0" kern="100" dirty="0">
                        <a:effectLst/>
                        <a:latin typeface="+mn-ea"/>
                        <a:ea typeface="+mn-ea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&lt;!DOCTYPE html&gt;</a:t>
                      </a:r>
                      <a:endParaRPr lang="ko-KR" altLang="ko-KR" sz="800" b="0" kern="1200" dirty="0">
                        <a:solidFill>
                          <a:schemeClr val="lt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&lt;html lang="ko"&gt;</a:t>
                      </a:r>
                      <a:endParaRPr lang="ko-KR" altLang="ko-KR" sz="800" b="0" kern="1200" dirty="0">
                        <a:solidFill>
                          <a:schemeClr val="lt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&lt;head&gt;</a:t>
                      </a:r>
                      <a:endParaRPr lang="ko-KR" altLang="ko-KR" sz="800" b="0" kern="1200" dirty="0">
                        <a:solidFill>
                          <a:schemeClr val="lt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&lt;meta charset="UTF-8"&gt;</a:t>
                      </a:r>
                      <a:endParaRPr lang="ko-KR" altLang="ko-KR" sz="800" b="0" kern="1200" dirty="0">
                        <a:solidFill>
                          <a:schemeClr val="lt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&lt;meta http-</a:t>
                      </a:r>
                      <a:r>
                        <a:rPr lang="en-US" altLang="ko-KR" sz="800" b="0" kern="1200" dirty="0" err="1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equiv</a:t>
                      </a:r>
                      <a:r>
                        <a:rPr lang="en-US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="X-UA-</a:t>
                      </a:r>
                      <a:r>
                        <a:rPr lang="en-US" altLang="ko-KR" sz="800" b="0" kern="1200" dirty="0" err="1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TextLayoutMetrics</a:t>
                      </a:r>
                      <a:r>
                        <a:rPr lang="en-US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" content="</a:t>
                      </a:r>
                      <a:r>
                        <a:rPr lang="en-US" altLang="ko-KR" sz="800" b="0" kern="1200" dirty="0" err="1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gdi</a:t>
                      </a:r>
                      <a:r>
                        <a:rPr lang="en-US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" /&gt;</a:t>
                      </a:r>
                      <a:endParaRPr lang="ko-KR" altLang="ko-KR" sz="800" b="0" kern="1200" dirty="0">
                        <a:solidFill>
                          <a:schemeClr val="lt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&lt;meta name="viewport" content="width=device-</a:t>
                      </a:r>
                      <a:r>
                        <a:rPr lang="en-US" altLang="ko-KR" sz="800" b="0" kern="1200" dirty="0" err="1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width,initial</a:t>
                      </a:r>
                      <a:r>
                        <a:rPr lang="en-US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-scale=1.0,minimum-scale=1.0,maximum-scale=1.0,user-scalable=no"&gt;</a:t>
                      </a:r>
                      <a:endParaRPr lang="ko-KR" altLang="ko-KR" sz="800" b="0" kern="1200" dirty="0">
                        <a:solidFill>
                          <a:schemeClr val="lt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&lt;meta name="description" content=""&gt;</a:t>
                      </a:r>
                      <a:endParaRPr lang="ko-KR" altLang="ko-KR" sz="800" b="0" kern="1200" dirty="0">
                        <a:solidFill>
                          <a:schemeClr val="lt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&lt;title&gt;LG </a:t>
                      </a:r>
                      <a:r>
                        <a:rPr lang="ko-KR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전자</a:t>
                      </a:r>
                      <a:r>
                        <a:rPr lang="en-US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| LG</a:t>
                      </a:r>
                      <a:r>
                        <a:rPr lang="ko-KR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전자</a:t>
                      </a:r>
                      <a:r>
                        <a:rPr lang="en-US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&lt;/title&gt;</a:t>
                      </a:r>
                      <a:endParaRPr lang="ko-KR" altLang="ko-KR" sz="800" b="0" kern="1200" dirty="0">
                        <a:solidFill>
                          <a:schemeClr val="lt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&lt;link </a:t>
                      </a:r>
                      <a:r>
                        <a:rPr lang="en-US" altLang="ko-KR" sz="800" b="0" kern="1200" dirty="0" err="1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rel</a:t>
                      </a:r>
                      <a:r>
                        <a:rPr lang="en-US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="shortcut icon" </a:t>
                      </a:r>
                      <a:r>
                        <a:rPr lang="en-US" altLang="ko-KR" sz="800" b="0" kern="1200" dirty="0" err="1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href</a:t>
                      </a:r>
                      <a:r>
                        <a:rPr lang="en-US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="/lg5-common/images/</a:t>
                      </a:r>
                      <a:r>
                        <a:rPr lang="en-US" altLang="ko-KR" sz="800" b="0" kern="1200" dirty="0" err="1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favicon.ico</a:t>
                      </a:r>
                      <a:r>
                        <a:rPr lang="en-US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"&gt;</a:t>
                      </a:r>
                      <a:endParaRPr lang="ko-KR" altLang="ko-KR" sz="800" b="0" kern="1200" dirty="0">
                        <a:solidFill>
                          <a:schemeClr val="lt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&lt;link </a:t>
                      </a:r>
                      <a:r>
                        <a:rPr lang="en-US" altLang="ko-KR" sz="800" b="0" kern="1200" dirty="0" err="1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rel</a:t>
                      </a:r>
                      <a:r>
                        <a:rPr lang="en-US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="stylesheet" </a:t>
                      </a:r>
                      <a:r>
                        <a:rPr lang="en-US" altLang="ko-KR" sz="800" b="0" kern="1200" dirty="0" err="1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href</a:t>
                      </a:r>
                      <a:r>
                        <a:rPr lang="en-US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="/lg5-common/</a:t>
                      </a:r>
                      <a:r>
                        <a:rPr lang="en-US" altLang="ko-KR" sz="800" b="0" kern="1200" dirty="0" err="1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css</a:t>
                      </a:r>
                      <a:r>
                        <a:rPr lang="en-US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ko-KR" sz="800" b="0" kern="1200" dirty="0" err="1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reset.min.css</a:t>
                      </a:r>
                      <a:r>
                        <a:rPr lang="en-US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" /&gt;</a:t>
                      </a:r>
                      <a:endParaRPr lang="ko-KR" altLang="ko-KR" sz="800" b="0" kern="1200" dirty="0">
                        <a:solidFill>
                          <a:schemeClr val="lt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&lt;link </a:t>
                      </a:r>
                      <a:r>
                        <a:rPr lang="en-US" altLang="ko-KR" sz="800" b="0" kern="1200" dirty="0" err="1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rel</a:t>
                      </a:r>
                      <a:r>
                        <a:rPr lang="en-US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="stylesheet" </a:t>
                      </a:r>
                      <a:r>
                        <a:rPr lang="en-US" altLang="ko-KR" sz="800" b="0" kern="1200" dirty="0" err="1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href</a:t>
                      </a:r>
                      <a:r>
                        <a:rPr lang="en-US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="/lg5-common/</a:t>
                      </a:r>
                      <a:r>
                        <a:rPr lang="en-US" altLang="ko-KR" sz="800" b="0" kern="1200" dirty="0" err="1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css</a:t>
                      </a:r>
                      <a:r>
                        <a:rPr lang="en-US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ko-KR" sz="800" b="0" kern="1200" dirty="0" err="1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app.min.css</a:t>
                      </a:r>
                      <a:r>
                        <a:rPr lang="en-US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" /&gt;</a:t>
                      </a:r>
                      <a:endParaRPr lang="ko-KR" altLang="ko-KR" sz="800" b="0" kern="1200" dirty="0">
                        <a:solidFill>
                          <a:schemeClr val="lt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&lt;script </a:t>
                      </a:r>
                      <a:r>
                        <a:rPr lang="en-US" altLang="ko-KR" sz="800" b="0" kern="1200" dirty="0" err="1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src</a:t>
                      </a:r>
                      <a:r>
                        <a:rPr lang="en-US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="/lg5-common/</a:t>
                      </a:r>
                      <a:r>
                        <a:rPr lang="en-US" altLang="ko-KR" sz="800" b="0" kern="1200" dirty="0" err="1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js</a:t>
                      </a:r>
                      <a:r>
                        <a:rPr lang="en-US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/libs/jquery-2.2.4.min.js"&gt;&lt;/script&gt;</a:t>
                      </a:r>
                      <a:endParaRPr lang="ko-KR" altLang="ko-KR" sz="800" b="0" kern="1200" dirty="0">
                        <a:solidFill>
                          <a:schemeClr val="lt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&lt;script </a:t>
                      </a:r>
                      <a:r>
                        <a:rPr lang="en-US" altLang="ko-KR" sz="800" b="0" kern="1200" dirty="0" err="1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src</a:t>
                      </a:r>
                      <a:r>
                        <a:rPr lang="en-US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="/lg5-common/</a:t>
                      </a:r>
                      <a:r>
                        <a:rPr lang="en-US" altLang="ko-KR" sz="800" b="0" kern="1200" dirty="0" err="1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js</a:t>
                      </a:r>
                      <a:r>
                        <a:rPr lang="en-US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ko-KR" sz="800" b="0" kern="1200" dirty="0" err="1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vcui.min.js</a:t>
                      </a:r>
                      <a:r>
                        <a:rPr lang="en-US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"&gt;&lt;/script&gt;</a:t>
                      </a:r>
                      <a:endParaRPr lang="ko-KR" altLang="ko-KR" sz="800" b="0" kern="1200" dirty="0">
                        <a:solidFill>
                          <a:schemeClr val="lt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&lt;script </a:t>
                      </a:r>
                      <a:r>
                        <a:rPr lang="en-US" altLang="ko-KR" sz="800" b="0" kern="1200" dirty="0" err="1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src</a:t>
                      </a:r>
                      <a:r>
                        <a:rPr lang="en-US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="/lg5-common/</a:t>
                      </a:r>
                      <a:r>
                        <a:rPr lang="en-US" altLang="ko-KR" sz="800" b="0" kern="1200" dirty="0" err="1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js</a:t>
                      </a:r>
                      <a:r>
                        <a:rPr lang="en-US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ko-KR" sz="800" b="0" kern="1200" dirty="0" err="1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vcui.common-ui.min.js</a:t>
                      </a:r>
                      <a:r>
                        <a:rPr lang="en-US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"&gt;&lt;/script&gt;</a:t>
                      </a:r>
                      <a:endParaRPr lang="ko-KR" altLang="ko-KR" sz="800" b="0" kern="1200" dirty="0">
                        <a:solidFill>
                          <a:schemeClr val="lt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&lt;script </a:t>
                      </a:r>
                      <a:r>
                        <a:rPr lang="en-US" altLang="ko-KR" sz="800" b="0" kern="1200" dirty="0" err="1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src</a:t>
                      </a:r>
                      <a:r>
                        <a:rPr lang="en-US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="/lg5-common/</a:t>
                      </a:r>
                      <a:r>
                        <a:rPr lang="en-US" altLang="ko-KR" sz="800" b="0" kern="1200" dirty="0" err="1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js</a:t>
                      </a:r>
                      <a:r>
                        <a:rPr lang="en-US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ko-KR" sz="800" b="0" kern="1200" dirty="0" err="1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lg.common.min.js</a:t>
                      </a:r>
                      <a:r>
                        <a:rPr lang="en-US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"&gt;&lt;/script&gt;</a:t>
                      </a:r>
                      <a:endParaRPr lang="ko-KR" altLang="ko-KR" sz="800" b="0" kern="1200" dirty="0">
                        <a:solidFill>
                          <a:schemeClr val="lt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&lt;/head&gt;</a:t>
                      </a:r>
                      <a:endParaRPr lang="ko-KR" altLang="ko-KR" sz="800" b="0" kern="1200" dirty="0">
                        <a:solidFill>
                          <a:schemeClr val="lt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&lt;body&gt;</a:t>
                      </a:r>
                      <a:endParaRPr lang="ko-KR" altLang="ko-KR" sz="800" b="0" kern="1200" dirty="0">
                        <a:solidFill>
                          <a:schemeClr val="lt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&lt;div class="wrap"&gt;</a:t>
                      </a:r>
                      <a:endParaRPr lang="ko-KR" altLang="ko-KR" sz="800" b="0" kern="1200" dirty="0">
                        <a:solidFill>
                          <a:schemeClr val="lt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&lt;!— skip nav --&gt;</a:t>
                      </a:r>
                      <a:endParaRPr lang="ko-KR" altLang="ko-KR" sz="800" b="0" kern="1200" dirty="0">
                        <a:solidFill>
                          <a:schemeClr val="lt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&lt;div class=”skip-content”&gt;</a:t>
                      </a:r>
                      <a:endParaRPr lang="ko-KR" altLang="ko-KR" sz="800" b="0" kern="1200" dirty="0">
                        <a:solidFill>
                          <a:schemeClr val="lt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&lt;a </a:t>
                      </a:r>
                      <a:r>
                        <a:rPr lang="en-US" altLang="ko-KR" sz="800" b="0" kern="1200" dirty="0" err="1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href</a:t>
                      </a:r>
                      <a:r>
                        <a:rPr lang="en-US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="#content"&gt;</a:t>
                      </a:r>
                      <a:r>
                        <a:rPr lang="ko-KR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본문 </a:t>
                      </a:r>
                      <a:r>
                        <a:rPr lang="ko-KR" altLang="ko-KR" sz="800" b="0" kern="1200" dirty="0" err="1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바로가기</a:t>
                      </a:r>
                      <a:r>
                        <a:rPr lang="en-US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&lt;/a&gt;</a:t>
                      </a:r>
                      <a:endParaRPr lang="ko-KR" altLang="ko-KR" sz="800" b="0" kern="1200" dirty="0">
                        <a:solidFill>
                          <a:schemeClr val="lt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&lt;/div&gt;</a:t>
                      </a:r>
                      <a:endParaRPr lang="ko-KR" altLang="ko-KR" sz="800" b="0" kern="1200" dirty="0">
                        <a:solidFill>
                          <a:schemeClr val="lt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&lt;!— //skip nav --&gt;</a:t>
                      </a:r>
                      <a:endParaRPr lang="ko-KR" altLang="ko-KR" sz="800" b="0" kern="1200" dirty="0">
                        <a:solidFill>
                          <a:schemeClr val="lt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&lt;!-- header --&gt;</a:t>
                      </a:r>
                      <a:endParaRPr lang="ko-KR" altLang="ko-KR" sz="800" b="0" kern="1200" dirty="0">
                        <a:solidFill>
                          <a:schemeClr val="lt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&lt;header class=”header”&gt;</a:t>
                      </a:r>
                      <a:endParaRPr lang="ko-KR" altLang="ko-KR" sz="800" b="0" kern="1200" dirty="0">
                        <a:solidFill>
                          <a:schemeClr val="lt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&lt;div class="</a:t>
                      </a:r>
                      <a:r>
                        <a:rPr lang="en-US" altLang="ko-KR" sz="800" b="0" kern="1200" dirty="0" err="1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header_wrap</a:t>
                      </a:r>
                      <a:r>
                        <a:rPr lang="en-US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"&gt;</a:t>
                      </a:r>
                      <a:r>
                        <a:rPr lang="ko-KR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헤더</a:t>
                      </a:r>
                      <a:r>
                        <a:rPr lang="en-US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&lt;/div&gt;</a:t>
                      </a:r>
                      <a:endParaRPr lang="ko-KR" altLang="ko-KR" sz="800" b="0" kern="1200" dirty="0">
                        <a:solidFill>
                          <a:schemeClr val="lt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&lt;/header&gt;</a:t>
                      </a:r>
                      <a:endParaRPr lang="ko-KR" altLang="ko-KR" sz="800" b="0" kern="1200" dirty="0">
                        <a:solidFill>
                          <a:schemeClr val="lt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&lt;!-- //header --&gt;</a:t>
                      </a:r>
                      <a:endParaRPr lang="ko-KR" altLang="ko-KR" sz="800" b="0" kern="1200" dirty="0">
                        <a:solidFill>
                          <a:schemeClr val="lt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&lt;div class="container"&gt;</a:t>
                      </a:r>
                      <a:endParaRPr lang="ko-KR" altLang="ko-KR" sz="800" b="0" kern="1200" dirty="0">
                        <a:solidFill>
                          <a:schemeClr val="lt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&lt;!-- content --&gt;</a:t>
                      </a:r>
                      <a:endParaRPr lang="ko-KR" altLang="ko-KR" sz="800" b="0" kern="1200" dirty="0">
                        <a:solidFill>
                          <a:schemeClr val="lt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&lt;!-- //content --&gt;</a:t>
                      </a:r>
                      <a:endParaRPr lang="ko-KR" altLang="ko-KR" sz="800" b="0" kern="1200" dirty="0">
                        <a:solidFill>
                          <a:schemeClr val="lt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&lt;/div&gt;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endParaRPr lang="ko-KR" sz="800" b="0" kern="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굴림" panose="020B0600000101010101" pitchFamily="34" charset="-127"/>
                      </a:endParaRPr>
                    </a:p>
                  </a:txBody>
                  <a:tcPr marL="68580" marR="68580" marT="0" marB="0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777699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FFA805A-7E44-9D46-9DF7-D9BD42DF37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0487425"/>
              </p:ext>
            </p:extLst>
          </p:nvPr>
        </p:nvGraphicFramePr>
        <p:xfrm>
          <a:off x="4366489" y="198469"/>
          <a:ext cx="3484619" cy="235388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484619">
                  <a:extLst>
                    <a:ext uri="{9D8B030D-6E8A-4147-A177-3AD203B41FA5}">
                      <a16:colId xmlns:a16="http://schemas.microsoft.com/office/drawing/2014/main" val="33601832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n-US" altLang="ko-KR" sz="800" b="0" kern="1200" dirty="0">
                        <a:solidFill>
                          <a:schemeClr val="lt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&lt;!-- footer --&gt;</a:t>
                      </a:r>
                      <a:endParaRPr lang="ko-KR" altLang="ko-KR" sz="800" b="0" kern="1200" dirty="0">
                        <a:solidFill>
                          <a:schemeClr val="lt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&lt;footer&gt;</a:t>
                      </a:r>
                      <a:endParaRPr lang="ko-KR" altLang="ko-KR" sz="800" b="0" kern="1200" dirty="0">
                        <a:solidFill>
                          <a:schemeClr val="lt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&lt;/footer&gt;</a:t>
                      </a:r>
                      <a:endParaRPr lang="ko-KR" altLang="ko-KR" sz="800" b="0" kern="1200" dirty="0">
                        <a:solidFill>
                          <a:schemeClr val="lt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&lt;!-- //footer --&gt;</a:t>
                      </a:r>
                      <a:endParaRPr lang="ko-KR" altLang="ko-KR" sz="800" b="0" kern="1200" dirty="0">
                        <a:solidFill>
                          <a:schemeClr val="lt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&lt;/div&gt;</a:t>
                      </a:r>
                      <a:endParaRPr lang="ko-KR" altLang="ko-KR" sz="800" b="0" kern="1200" dirty="0">
                        <a:solidFill>
                          <a:schemeClr val="lt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 </a:t>
                      </a:r>
                      <a:endParaRPr lang="ko-KR" altLang="ko-KR" sz="800" b="0" kern="1200" dirty="0">
                        <a:solidFill>
                          <a:schemeClr val="lt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&lt;!-- script </a:t>
                      </a:r>
                      <a:r>
                        <a:rPr lang="ko-KR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영역</a:t>
                      </a:r>
                      <a:r>
                        <a:rPr lang="en-US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--&gt;</a:t>
                      </a:r>
                      <a:endParaRPr lang="ko-KR" altLang="ko-KR" sz="800" b="0" kern="1200" dirty="0">
                        <a:solidFill>
                          <a:schemeClr val="lt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&lt;script </a:t>
                      </a:r>
                      <a:r>
                        <a:rPr lang="en-US" altLang="ko-KR" sz="800" b="0" kern="1200" dirty="0" err="1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src</a:t>
                      </a:r>
                      <a:r>
                        <a:rPr lang="en-US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="/lg-common/</a:t>
                      </a:r>
                      <a:r>
                        <a:rPr lang="en-US" altLang="ko-KR" sz="800" b="0" kern="1200" dirty="0" err="1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js</a:t>
                      </a:r>
                      <a:r>
                        <a:rPr lang="en-US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/~~~/~~~.</a:t>
                      </a:r>
                      <a:r>
                        <a:rPr lang="en-US" altLang="ko-KR" sz="800" b="0" kern="1200" dirty="0" err="1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js</a:t>
                      </a:r>
                      <a:r>
                        <a:rPr lang="en-US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"&gt;&lt;/script&gt;</a:t>
                      </a:r>
                      <a:endParaRPr lang="ko-KR" altLang="ko-KR" sz="800" b="0" kern="1200" dirty="0">
                        <a:solidFill>
                          <a:schemeClr val="lt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&lt;!-- //script </a:t>
                      </a:r>
                      <a:r>
                        <a:rPr lang="ko-KR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영역</a:t>
                      </a:r>
                      <a:r>
                        <a:rPr lang="en-US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--&gt;</a:t>
                      </a:r>
                      <a:endParaRPr lang="ko-KR" altLang="ko-KR" sz="800" b="0" kern="1200" dirty="0">
                        <a:solidFill>
                          <a:schemeClr val="lt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&lt;/body&gt;</a:t>
                      </a:r>
                      <a:endParaRPr lang="ko-KR" altLang="ko-KR" sz="800" b="0" kern="1200" dirty="0">
                        <a:solidFill>
                          <a:schemeClr val="lt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8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&lt;/html&gt;</a:t>
                      </a:r>
                      <a:r>
                        <a:rPr lang="ko-KR" altLang="ko-KR" sz="800" b="0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en-US" altLang="ko-KR" sz="800" b="0" dirty="0">
                        <a:effectLst/>
                        <a:latin typeface="+mn-ea"/>
                        <a:ea typeface="+mn-ea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endParaRPr lang="ko-KR" sz="800" b="0" kern="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굴림" panose="020B0600000101010101" pitchFamily="34" charset="-127"/>
                      </a:endParaRPr>
                    </a:p>
                  </a:txBody>
                  <a:tcPr marL="68580" marR="68580" marT="0" marB="0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7776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87823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텍스트 개체 틀 1">
            <a:extLst>
              <a:ext uri="{FF2B5EF4-FFF2-40B4-BE49-F238E27FC236}">
                <a16:creationId xmlns:a16="http://schemas.microsoft.com/office/drawing/2014/main" id="{F415AEB7-CCB2-E447-8384-228A8DE3143B}"/>
              </a:ext>
            </a:extLst>
          </p:cNvPr>
          <p:cNvSpPr txBox="1">
            <a:spLocks/>
          </p:cNvSpPr>
          <p:nvPr/>
        </p:nvSpPr>
        <p:spPr>
          <a:xfrm>
            <a:off x="223615" y="139603"/>
            <a:ext cx="9587296" cy="6463622"/>
          </a:xfrm>
          <a:prstGeom prst="rect">
            <a:avLst/>
          </a:prstGeom>
        </p:spPr>
        <p:txBody>
          <a:bodyPr/>
          <a:lstStyle>
            <a:lvl1pPr marL="0" indent="0" algn="l" defTabSz="914395" rtl="0" eaLnBrk="1" latinLnBrk="1" hangingPunct="1">
              <a:spcBef>
                <a:spcPct val="20000"/>
              </a:spcBef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맑은 고딕" panose="020B0503020000020004" pitchFamily="50" charset="-127"/>
                <a:ea typeface="+mn-ea"/>
                <a:cs typeface="+mn-cs"/>
              </a:defRPr>
            </a:lvl1pPr>
            <a:lvl2pPr marL="742946" indent="-285749" algn="l" defTabSz="914395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93" indent="-228599" algn="l" defTabSz="914395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91" indent="-228599" algn="l" defTabSz="914395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88" indent="-228599" algn="l" defTabSz="914395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85" indent="-228599" algn="l" defTabSz="914395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83" indent="-228599" algn="l" defTabSz="914395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80" indent="-228599" algn="l" defTabSz="914395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77" indent="-228599" algn="l" defTabSz="914395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en-US" altLang="ko-KR" sz="1000" b="0" dirty="0">
              <a:latin typeface="+mn-ea"/>
            </a:endParaRPr>
          </a:p>
        </p:txBody>
      </p:sp>
      <p:sp>
        <p:nvSpPr>
          <p:cNvPr id="15" name="텍스트 개체 틀 1">
            <a:extLst>
              <a:ext uri="{FF2B5EF4-FFF2-40B4-BE49-F238E27FC236}">
                <a16:creationId xmlns:a16="http://schemas.microsoft.com/office/drawing/2014/main" id="{61824190-1038-574B-B059-C01FEED854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3615" y="103561"/>
            <a:ext cx="9587296" cy="30242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+mn-ea"/>
              </a:rPr>
              <a:t>#</a:t>
            </a:r>
            <a:r>
              <a:rPr lang="ko-KR" altLang="en-US" sz="1400" dirty="0">
                <a:latin typeface="+mn-ea"/>
              </a:rPr>
              <a:t> </a:t>
            </a:r>
            <a:r>
              <a:rPr lang="en-US" altLang="ko-KR" sz="1400" dirty="0">
                <a:latin typeface="+mn-ea"/>
              </a:rPr>
              <a:t>CSS</a:t>
            </a:r>
            <a:r>
              <a:rPr lang="ko-KR" altLang="en-US" sz="1400" dirty="0">
                <a:latin typeface="+mn-ea"/>
              </a:rPr>
              <a:t> 공통 가이드 </a:t>
            </a:r>
            <a:r>
              <a:rPr lang="en-US" altLang="ko-KR" sz="1400" dirty="0">
                <a:latin typeface="+mn-ea"/>
              </a:rPr>
              <a:t>#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000" b="0" dirty="0">
                <a:latin typeface="+mn-ea"/>
              </a:rPr>
              <a:t>CSS</a:t>
            </a:r>
            <a:r>
              <a:rPr lang="ko-KR" altLang="en-US" sz="1000" b="0" dirty="0">
                <a:latin typeface="+mn-ea"/>
              </a:rPr>
              <a:t>는 </a:t>
            </a:r>
            <a:r>
              <a:rPr lang="en-US" altLang="ko-KR" sz="1000" b="0" dirty="0">
                <a:latin typeface="+mn-ea"/>
              </a:rPr>
              <a:t>SCSS</a:t>
            </a:r>
            <a:r>
              <a:rPr lang="ko-KR" altLang="en-US" sz="1000" b="0" dirty="0" err="1">
                <a:latin typeface="+mn-ea"/>
              </a:rPr>
              <a:t>를</a:t>
            </a:r>
            <a:r>
              <a:rPr lang="ko-KR" altLang="en-US" sz="1000" b="0" dirty="0">
                <a:latin typeface="+mn-ea"/>
              </a:rPr>
              <a:t> 사용합니다</a:t>
            </a:r>
            <a:r>
              <a:rPr lang="en-US" altLang="ko-KR" sz="1000" b="0" dirty="0">
                <a:latin typeface="+mn-ea"/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000" b="0" dirty="0" err="1">
                <a:latin typeface="+mn-ea"/>
              </a:rPr>
              <a:t>클래스명을</a:t>
            </a:r>
            <a:r>
              <a:rPr lang="ko-KR" altLang="en-US" sz="1000" b="0" dirty="0">
                <a:latin typeface="+mn-ea"/>
              </a:rPr>
              <a:t> </a:t>
            </a:r>
            <a:r>
              <a:rPr lang="ko-KR" altLang="en-US" sz="1000" b="0" dirty="0" err="1">
                <a:latin typeface="+mn-ea"/>
              </a:rPr>
              <a:t>지정할때는</a:t>
            </a:r>
            <a:r>
              <a:rPr lang="ko-KR" altLang="en-US" sz="1000" b="0" dirty="0">
                <a:latin typeface="+mn-ea"/>
              </a:rPr>
              <a:t> </a:t>
            </a:r>
            <a:r>
              <a:rPr lang="en-US" altLang="ko-KR" sz="1000" b="0" dirty="0">
                <a:latin typeface="+mn-ea"/>
              </a:rPr>
              <a:t>_(</a:t>
            </a:r>
            <a:r>
              <a:rPr lang="ko-KR" altLang="en-US" sz="1000" b="0" dirty="0" err="1">
                <a:latin typeface="+mn-ea"/>
              </a:rPr>
              <a:t>언더바</a:t>
            </a:r>
            <a:r>
              <a:rPr lang="en-US" altLang="ko-KR" sz="1000" b="0" dirty="0">
                <a:latin typeface="+mn-ea"/>
              </a:rPr>
              <a:t>)</a:t>
            </a:r>
            <a:r>
              <a:rPr lang="ko-KR" altLang="en-US" sz="1000" b="0" dirty="0">
                <a:latin typeface="+mn-ea"/>
              </a:rPr>
              <a:t>대신 </a:t>
            </a:r>
            <a:r>
              <a:rPr lang="en-US" altLang="ko-KR" sz="1000" b="0" dirty="0">
                <a:latin typeface="+mn-ea"/>
              </a:rPr>
              <a:t>–(</a:t>
            </a:r>
            <a:r>
              <a:rPr lang="ko-KR" altLang="en-US" sz="1000" b="0" dirty="0">
                <a:latin typeface="+mn-ea"/>
              </a:rPr>
              <a:t>하이픈</a:t>
            </a:r>
            <a:r>
              <a:rPr lang="en-US" altLang="ko-KR" sz="1000" b="0" dirty="0">
                <a:latin typeface="+mn-ea"/>
              </a:rPr>
              <a:t>)</a:t>
            </a:r>
            <a:r>
              <a:rPr lang="ko-KR" altLang="en-US" sz="1000" b="0" dirty="0">
                <a:latin typeface="+mn-ea"/>
              </a:rPr>
              <a:t>을 사용합니다</a:t>
            </a:r>
            <a:r>
              <a:rPr lang="en-US" altLang="ko-KR" sz="1000" b="0" dirty="0">
                <a:latin typeface="+mn-ea"/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000" dirty="0">
                <a:solidFill>
                  <a:srgbClr val="FF0000"/>
                </a:solidFill>
                <a:latin typeface="+mn-ea"/>
              </a:rPr>
              <a:t>공통</a:t>
            </a:r>
            <a:r>
              <a:rPr lang="en-US" altLang="ko-KR" sz="1000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ko-KR" sz="1000" dirty="0" err="1">
                <a:solidFill>
                  <a:srgbClr val="FF0000"/>
                </a:solidFill>
                <a:latin typeface="+mn-ea"/>
              </a:rPr>
              <a:t>scss</a:t>
            </a:r>
            <a:r>
              <a:rPr lang="ko-KR" altLang="en-US" sz="1000" dirty="0">
                <a:solidFill>
                  <a:srgbClr val="FF0000"/>
                </a:solidFill>
                <a:latin typeface="+mn-ea"/>
              </a:rPr>
              <a:t>는 사용하지 말아주세요</a:t>
            </a:r>
            <a:endParaRPr lang="en-US" altLang="ko-KR" sz="1000" dirty="0">
              <a:solidFill>
                <a:srgbClr val="FF0000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1000" b="0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1000" b="0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1000" b="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+mn-ea"/>
              </a:rPr>
              <a:t>#</a:t>
            </a:r>
            <a:r>
              <a:rPr lang="ko-KR" altLang="en-US" sz="1400" dirty="0">
                <a:latin typeface="+mn-ea"/>
              </a:rPr>
              <a:t> </a:t>
            </a:r>
            <a:r>
              <a:rPr lang="en-US" altLang="ko-KR" sz="1400" dirty="0">
                <a:latin typeface="+mn-ea"/>
              </a:rPr>
              <a:t>HEADER</a:t>
            </a:r>
            <a:r>
              <a:rPr lang="ko-KR" altLang="en-US" sz="1400" dirty="0">
                <a:latin typeface="+mn-ea"/>
              </a:rPr>
              <a:t> 사용법 </a:t>
            </a:r>
            <a:r>
              <a:rPr lang="en-US" altLang="ko-KR" sz="1400" dirty="0">
                <a:latin typeface="+mn-ea"/>
              </a:rPr>
              <a:t>#</a:t>
            </a:r>
          </a:p>
          <a:p>
            <a:pPr>
              <a:lnSpc>
                <a:spcPct val="150000"/>
              </a:lnSpc>
            </a:pPr>
            <a:r>
              <a:rPr lang="en-US" altLang="ko-KR" sz="1000" b="0" dirty="0">
                <a:latin typeface="+mn-ea"/>
              </a:rPr>
              <a:t>-</a:t>
            </a:r>
            <a:r>
              <a:rPr lang="ko-KR" altLang="en-US" sz="1000" b="0" dirty="0">
                <a:latin typeface="+mn-ea"/>
              </a:rPr>
              <a:t> </a:t>
            </a:r>
            <a:r>
              <a:rPr lang="en-US" altLang="ko-KR" sz="1000" b="0" dirty="0">
                <a:latin typeface="+mn-ea"/>
              </a:rPr>
              <a:t>HEADER</a:t>
            </a:r>
            <a:r>
              <a:rPr lang="ko-KR" altLang="en-US" sz="1000" b="0" dirty="0">
                <a:latin typeface="+mn-ea"/>
              </a:rPr>
              <a:t>의 경우 </a:t>
            </a:r>
            <a:r>
              <a:rPr lang="en-US" altLang="ko-KR" sz="1000" b="0" dirty="0">
                <a:latin typeface="+mn-ea"/>
              </a:rPr>
              <a:t>include</a:t>
            </a:r>
            <a:r>
              <a:rPr lang="ko-KR" altLang="en-US" sz="1000" b="0" dirty="0">
                <a:latin typeface="+mn-ea"/>
              </a:rPr>
              <a:t>로 사용하고 있기 때문에 해당 카테고리의 </a:t>
            </a:r>
            <a:r>
              <a:rPr lang="en-US" altLang="ko-KR" sz="1000" b="0" dirty="0">
                <a:latin typeface="+mn-ea"/>
              </a:rPr>
              <a:t>CSS,</a:t>
            </a:r>
            <a:r>
              <a:rPr lang="ko-KR" altLang="en-US" sz="1000" b="0" dirty="0">
                <a:latin typeface="+mn-ea"/>
              </a:rPr>
              <a:t> </a:t>
            </a:r>
            <a:r>
              <a:rPr lang="en-US" altLang="ko-KR" sz="1000" b="0" dirty="0">
                <a:latin typeface="+mn-ea"/>
              </a:rPr>
              <a:t>JS</a:t>
            </a:r>
            <a:r>
              <a:rPr lang="ko-KR" altLang="en-US" sz="1000" b="0" dirty="0">
                <a:latin typeface="+mn-ea"/>
              </a:rPr>
              <a:t>와 </a:t>
            </a:r>
            <a:r>
              <a:rPr lang="en-US" altLang="ko-KR" sz="1000" b="0" dirty="0">
                <a:latin typeface="+mn-ea"/>
              </a:rPr>
              <a:t>SEO</a:t>
            </a:r>
            <a:r>
              <a:rPr lang="ko-KR" altLang="en-US" sz="1000" b="0" dirty="0">
                <a:latin typeface="+mn-ea"/>
              </a:rPr>
              <a:t>관련 </a:t>
            </a:r>
            <a:r>
              <a:rPr lang="en-US" altLang="ko-KR" sz="1000" b="0" dirty="0">
                <a:latin typeface="+mn-ea"/>
              </a:rPr>
              <a:t>META</a:t>
            </a:r>
            <a:r>
              <a:rPr lang="ko-KR" altLang="en-US" sz="1000" b="0" dirty="0">
                <a:latin typeface="+mn-ea"/>
              </a:rPr>
              <a:t>태그 </a:t>
            </a:r>
            <a:r>
              <a:rPr lang="ko-KR" altLang="en-US" sz="1000" b="0" dirty="0" err="1">
                <a:latin typeface="+mn-ea"/>
              </a:rPr>
              <a:t>추가시</a:t>
            </a:r>
            <a:r>
              <a:rPr lang="ko-KR" altLang="en-US" sz="1000" b="0" dirty="0">
                <a:latin typeface="+mn-ea"/>
              </a:rPr>
              <a:t> 아래와 같이 추가 되면 됩니다</a:t>
            </a:r>
            <a:r>
              <a:rPr lang="en-US" altLang="ko-KR" sz="1000" b="0" dirty="0">
                <a:latin typeface="+mn-ea"/>
              </a:rPr>
              <a:t>.</a:t>
            </a:r>
            <a:endParaRPr lang="en-US" altLang="ko-KR" sz="1000" dirty="0">
              <a:latin typeface="+mn-ea"/>
            </a:endParaRPr>
          </a:p>
          <a:p>
            <a:endParaRPr lang="en-US" altLang="ko-KR" sz="700" dirty="0">
              <a:latin typeface="+mn-ea"/>
            </a:endParaRPr>
          </a:p>
          <a:p>
            <a:endParaRPr lang="en-US" altLang="ko-KR" sz="1600" dirty="0">
              <a:latin typeface="+mn-ea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D6597F2-7717-494D-A406-982CB74FD9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5096400"/>
              </p:ext>
            </p:extLst>
          </p:nvPr>
        </p:nvGraphicFramePr>
        <p:xfrm>
          <a:off x="312585" y="1257199"/>
          <a:ext cx="5400675" cy="4876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400675">
                  <a:extLst>
                    <a:ext uri="{9D8B030D-6E8A-4147-A177-3AD203B41FA5}">
                      <a16:colId xmlns:a16="http://schemas.microsoft.com/office/drawing/2014/main" val="33601832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R="114300" algn="just"/>
                      <a:endParaRPr lang="en-US" altLang="ko-KR" sz="800" kern="100" dirty="0">
                        <a:effectLst/>
                        <a:latin typeface="+mn-ea"/>
                        <a:ea typeface="+mn-ea"/>
                      </a:endParaRPr>
                    </a:p>
                    <a:p>
                      <a:r>
                        <a:rPr lang="en-US" altLang="ko-KR" sz="800" b="1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r>
                        <a:rPr lang="en-US" altLang="ko-KR" sz="800" b="1" kern="1200" dirty="0" err="1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product_list</a:t>
                      </a:r>
                      <a:r>
                        <a:rPr lang="en-US" altLang="ko-KR" sz="800" b="1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(X)</a:t>
                      </a:r>
                      <a:endParaRPr lang="ko-KR" altLang="ko-KR" sz="800" b="1" kern="1200" dirty="0">
                        <a:solidFill>
                          <a:schemeClr val="lt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800" b="1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.product-list (O)</a:t>
                      </a:r>
                      <a:r>
                        <a:rPr lang="ko-KR" altLang="ko-KR" sz="800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en-US" altLang="ko-KR" sz="800" dirty="0">
                        <a:effectLst/>
                        <a:latin typeface="+mn-ea"/>
                        <a:ea typeface="+mn-ea"/>
                      </a:endParaRPr>
                    </a:p>
                    <a:p>
                      <a:endParaRPr lang="en-US" altLang="ko-KR" sz="800" kern="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굴림" panose="020B0600000101010101" pitchFamily="34" charset="-127"/>
                      </a:endParaRPr>
                    </a:p>
                  </a:txBody>
                  <a:tcPr marL="68580" marR="68580" marT="0" marB="0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777699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09FC55B-D257-054A-9729-D031D63965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6393387"/>
              </p:ext>
            </p:extLst>
          </p:nvPr>
        </p:nvGraphicFramePr>
        <p:xfrm>
          <a:off x="312585" y="2670861"/>
          <a:ext cx="5400675" cy="1219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400675">
                  <a:extLst>
                    <a:ext uri="{9D8B030D-6E8A-4147-A177-3AD203B41FA5}">
                      <a16:colId xmlns:a16="http://schemas.microsoft.com/office/drawing/2014/main" val="33601832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0"/>
                      <a:endParaRPr lang="en-US" altLang="ko-KR" sz="1000" b="0" kern="1200" dirty="0">
                        <a:solidFill>
                          <a:schemeClr val="lt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en-US" altLang="ko-KR" sz="10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@@include('./common/</a:t>
                      </a:r>
                      <a:r>
                        <a:rPr lang="en-US" altLang="ko-KR" sz="1000" b="0" kern="1200" dirty="0" err="1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head.html</a:t>
                      </a:r>
                      <a:r>
                        <a:rPr lang="en-US" altLang="ko-KR" sz="10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', {</a:t>
                      </a:r>
                      <a:endParaRPr lang="ko-KR" altLang="ko-KR" sz="1000" b="0" kern="1200" dirty="0">
                        <a:solidFill>
                          <a:schemeClr val="lt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ko-KR" altLang="en-US" sz="10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altLang="ko-KR" sz="1000" b="0" kern="1200" dirty="0" err="1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pageCSS</a:t>
                      </a:r>
                      <a:r>
                        <a:rPr lang="en-US" altLang="ko-KR" sz="10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["</a:t>
                      </a:r>
                      <a:r>
                        <a:rPr lang="ko-KR" altLang="ko-KR" sz="1000" b="0" kern="1200" dirty="0" err="1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폴더명</a:t>
                      </a:r>
                      <a:r>
                        <a:rPr lang="en-US" altLang="ko-KR" sz="10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/CSS</a:t>
                      </a:r>
                      <a:r>
                        <a:rPr lang="ko-KR" altLang="ko-KR" sz="10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명</a:t>
                      </a:r>
                      <a:r>
                        <a:rPr lang="en-US" altLang="ko-KR" sz="10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"],</a:t>
                      </a:r>
                      <a:endParaRPr lang="ko-KR" altLang="ko-KR" sz="1000" b="0" kern="1200" dirty="0">
                        <a:solidFill>
                          <a:schemeClr val="lt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ko-KR" altLang="en-US" sz="10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altLang="ko-KR" sz="1000" b="0" kern="1200" dirty="0" err="1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pageJS</a:t>
                      </a:r>
                      <a:r>
                        <a:rPr lang="en-US" altLang="ko-KR" sz="10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["</a:t>
                      </a:r>
                      <a:r>
                        <a:rPr lang="ko-KR" altLang="ko-KR" sz="1000" b="0" kern="1200" dirty="0" err="1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폴더명</a:t>
                      </a:r>
                      <a:r>
                        <a:rPr lang="en-US" altLang="ko-KR" sz="10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/JS</a:t>
                      </a:r>
                      <a:r>
                        <a:rPr lang="ko-KR" altLang="ko-KR" sz="10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명</a:t>
                      </a:r>
                      <a:r>
                        <a:rPr lang="en-US" altLang="ko-KR" sz="10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"], </a:t>
                      </a:r>
                      <a:endParaRPr lang="ko-KR" altLang="ko-KR" sz="1000" b="0" kern="1200" dirty="0">
                        <a:solidFill>
                          <a:schemeClr val="lt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ko-KR" altLang="en-US" sz="10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altLang="ko-KR" sz="1000" b="0" kern="1200" dirty="0" err="1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pageTitle</a:t>
                      </a:r>
                      <a:r>
                        <a:rPr lang="en-US" altLang="ko-KR" sz="10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"LG</a:t>
                      </a:r>
                      <a:r>
                        <a:rPr lang="ko-KR" altLang="ko-KR" sz="10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전자</a:t>
                      </a:r>
                      <a:r>
                        <a:rPr lang="en-US" altLang="ko-KR" sz="10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| LG</a:t>
                      </a:r>
                      <a:r>
                        <a:rPr lang="ko-KR" altLang="ko-KR" sz="10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전자</a:t>
                      </a:r>
                      <a:r>
                        <a:rPr lang="en-US" altLang="ko-KR" sz="10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",</a:t>
                      </a:r>
                      <a:endParaRPr lang="ko-KR" altLang="ko-KR" sz="1000" b="0" kern="1200" dirty="0">
                        <a:solidFill>
                          <a:schemeClr val="lt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ko-KR" altLang="en-US" sz="10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altLang="ko-KR" sz="1000" b="0" kern="1200" dirty="0" err="1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pageDesc</a:t>
                      </a:r>
                      <a:r>
                        <a:rPr lang="en-US" altLang="ko-KR" sz="10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"</a:t>
                      </a:r>
                      <a:r>
                        <a:rPr lang="ko-KR" altLang="ko-KR" sz="1000" b="0" kern="1200" dirty="0" err="1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메타에들어갈</a:t>
                      </a:r>
                      <a:r>
                        <a:rPr lang="ko-KR" altLang="ko-KR" sz="10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000" b="0" kern="1200" dirty="0" err="1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디스크립션</a:t>
                      </a:r>
                      <a:r>
                        <a:rPr lang="ko-KR" altLang="ko-KR" sz="10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내용</a:t>
                      </a:r>
                      <a:r>
                        <a:rPr lang="en-US" altLang="ko-KR" sz="10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"</a:t>
                      </a:r>
                      <a:endParaRPr lang="ko-KR" altLang="ko-KR" sz="1000" b="0" kern="1200" dirty="0">
                        <a:solidFill>
                          <a:schemeClr val="lt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en-US" altLang="ko-KR" sz="1000" b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})</a:t>
                      </a:r>
                    </a:p>
                    <a:p>
                      <a:pPr latinLnBrk="0"/>
                      <a:endParaRPr lang="ko-KR" altLang="ko-KR" sz="1000" b="0" kern="1200" dirty="0">
                        <a:solidFill>
                          <a:schemeClr val="lt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777699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F66A3C15-4CB6-9B4B-B8CB-FB6E825BE233}"/>
              </a:ext>
            </a:extLst>
          </p:cNvPr>
          <p:cNvSpPr/>
          <p:nvPr/>
        </p:nvSpPr>
        <p:spPr>
          <a:xfrm>
            <a:off x="2055186" y="1834149"/>
            <a:ext cx="548964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Tx/>
              <a:buChar char="-"/>
            </a:pPr>
            <a:r>
              <a:rPr lang="en-US" altLang="ko-KR" sz="1000" dirty="0">
                <a:solidFill>
                  <a:srgbClr val="FF0000"/>
                </a:solidFill>
                <a:latin typeface="+mn-ea"/>
              </a:rPr>
              <a:t>Gulp Include</a:t>
            </a:r>
            <a:r>
              <a:rPr lang="ko-KR" altLang="en-US" sz="1000" dirty="0">
                <a:solidFill>
                  <a:srgbClr val="FF0000"/>
                </a:solidFill>
                <a:latin typeface="+mn-ea"/>
              </a:rPr>
              <a:t>사용 </a:t>
            </a:r>
            <a:r>
              <a:rPr lang="en-US" altLang="ko-KR" sz="1000" dirty="0">
                <a:solidFill>
                  <a:srgbClr val="FF0000"/>
                </a:solidFill>
                <a:latin typeface="+mn-ea"/>
              </a:rPr>
              <a:t>: (</a:t>
            </a:r>
            <a:r>
              <a:rPr lang="ko-KR" altLang="en-US" sz="1000" dirty="0">
                <a:solidFill>
                  <a:srgbClr val="FF0000"/>
                </a:solidFill>
                <a:latin typeface="+mn-ea"/>
              </a:rPr>
              <a:t>주의사항</a:t>
            </a:r>
            <a:r>
              <a:rPr lang="en-US" altLang="ko-KR" sz="1000" dirty="0">
                <a:solidFill>
                  <a:srgbClr val="FF0000"/>
                </a:solidFill>
                <a:latin typeface="+mn-ea"/>
              </a:rPr>
              <a:t>) include</a:t>
            </a:r>
            <a:r>
              <a:rPr lang="ko-KR" altLang="en-US" sz="1000" dirty="0">
                <a:solidFill>
                  <a:srgbClr val="FF0000"/>
                </a:solidFill>
                <a:latin typeface="+mn-ea"/>
              </a:rPr>
              <a:t>안에는 주석을 달면 </a:t>
            </a:r>
            <a:r>
              <a:rPr lang="ko-KR" altLang="en-US" sz="1000" dirty="0" err="1">
                <a:solidFill>
                  <a:srgbClr val="FF0000"/>
                </a:solidFill>
                <a:latin typeface="+mn-ea"/>
              </a:rPr>
              <a:t>오류납니다</a:t>
            </a:r>
            <a:r>
              <a:rPr lang="en-US" altLang="ko-KR" sz="1000" dirty="0">
                <a:solidFill>
                  <a:srgbClr val="FF0000"/>
                </a:solidFill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40246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텍스트 개체 틀 1">
            <a:extLst>
              <a:ext uri="{FF2B5EF4-FFF2-40B4-BE49-F238E27FC236}">
                <a16:creationId xmlns:a16="http://schemas.microsoft.com/office/drawing/2014/main" id="{F415AEB7-CCB2-E447-8384-228A8DE3143B}"/>
              </a:ext>
            </a:extLst>
          </p:cNvPr>
          <p:cNvSpPr txBox="1">
            <a:spLocks/>
          </p:cNvSpPr>
          <p:nvPr/>
        </p:nvSpPr>
        <p:spPr>
          <a:xfrm>
            <a:off x="223615" y="139603"/>
            <a:ext cx="9587296" cy="6463622"/>
          </a:xfrm>
          <a:prstGeom prst="rect">
            <a:avLst/>
          </a:prstGeom>
        </p:spPr>
        <p:txBody>
          <a:bodyPr/>
          <a:lstStyle>
            <a:lvl1pPr marL="0" indent="0" algn="l" defTabSz="914395" rtl="0" eaLnBrk="1" latinLnBrk="1" hangingPunct="1">
              <a:spcBef>
                <a:spcPct val="20000"/>
              </a:spcBef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맑은 고딕" panose="020B0503020000020004" pitchFamily="50" charset="-127"/>
                <a:ea typeface="+mn-ea"/>
                <a:cs typeface="+mn-cs"/>
              </a:defRPr>
            </a:lvl1pPr>
            <a:lvl2pPr marL="742946" indent="-285749" algn="l" defTabSz="914395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93" indent="-228599" algn="l" defTabSz="914395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91" indent="-228599" algn="l" defTabSz="914395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88" indent="-228599" algn="l" defTabSz="914395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85" indent="-228599" algn="l" defTabSz="914395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83" indent="-228599" algn="l" defTabSz="914395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80" indent="-228599" algn="l" defTabSz="914395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77" indent="-228599" algn="l" defTabSz="914395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en-US" altLang="ko-KR" sz="1000" b="0" dirty="0">
              <a:latin typeface="+mn-ea"/>
            </a:endParaRPr>
          </a:p>
        </p:txBody>
      </p:sp>
      <p:sp>
        <p:nvSpPr>
          <p:cNvPr id="15" name="텍스트 개체 틀 1">
            <a:extLst>
              <a:ext uri="{FF2B5EF4-FFF2-40B4-BE49-F238E27FC236}">
                <a16:creationId xmlns:a16="http://schemas.microsoft.com/office/drawing/2014/main" id="{61824190-1038-574B-B059-C01FEED854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3615" y="103561"/>
            <a:ext cx="9587296" cy="30242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+mn-ea"/>
              </a:rPr>
              <a:t>#</a:t>
            </a:r>
            <a:r>
              <a:rPr lang="ko-KR" altLang="en-US" sz="1400" dirty="0">
                <a:latin typeface="+mn-ea"/>
              </a:rPr>
              <a:t> 상세화면 내 </a:t>
            </a:r>
            <a:r>
              <a:rPr lang="ko-KR" altLang="en-US" sz="1400" dirty="0" err="1">
                <a:latin typeface="+mn-ea"/>
              </a:rPr>
              <a:t>스토리홈</a:t>
            </a:r>
            <a:r>
              <a:rPr lang="ko-KR" altLang="en-US" sz="1400" dirty="0">
                <a:latin typeface="+mn-ea"/>
              </a:rPr>
              <a:t> 버튼 적용 가이드 </a:t>
            </a:r>
            <a:r>
              <a:rPr lang="en-US" altLang="ko-KR" sz="1400" dirty="0">
                <a:latin typeface="+mn-ea"/>
              </a:rPr>
              <a:t>#</a:t>
            </a:r>
          </a:p>
          <a:p>
            <a:endParaRPr lang="en-US" altLang="ko-KR" sz="1000" b="0" dirty="0">
              <a:latin typeface="+mn-ea"/>
            </a:endParaRPr>
          </a:p>
          <a:p>
            <a:r>
              <a:rPr lang="ko-KR" altLang="en-US" sz="1000" b="0" dirty="0">
                <a:latin typeface="+mn-ea"/>
              </a:rPr>
              <a:t>스토리 홈으로 이동하는 버튼은 아래 </a:t>
            </a:r>
            <a:r>
              <a:rPr lang="en-US" altLang="ko-KR" sz="1000" b="0" dirty="0">
                <a:latin typeface="+mn-ea"/>
              </a:rPr>
              <a:t>1~4</a:t>
            </a:r>
            <a:r>
              <a:rPr lang="ko-KR" altLang="en-US" sz="1000" b="0" dirty="0">
                <a:latin typeface="+mn-ea"/>
              </a:rPr>
              <a:t>번 소스를 화면에 반영</a:t>
            </a:r>
            <a:endParaRPr lang="en-US" altLang="ko-KR" sz="1000" b="0" dirty="0">
              <a:latin typeface="+mn-ea"/>
            </a:endParaRPr>
          </a:p>
          <a:p>
            <a:r>
              <a:rPr lang="en-US" altLang="ko-KR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 </a:t>
            </a: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작업 시 </a:t>
            </a:r>
            <a:r>
              <a:rPr lang="en-US" altLang="ko-KR" sz="1000" u="sng" dirty="0">
                <a:solidFill>
                  <a:srgbClr val="FF0000"/>
                </a:solidFill>
              </a:rPr>
              <a:t>KRP0016.min.js?v=20210930 </a:t>
            </a:r>
            <a:r>
              <a:rPr lang="en-US" altLang="ko-KR" sz="1000" u="sng" dirty="0" err="1">
                <a:solidFill>
                  <a:srgbClr val="FF0000"/>
                </a:solidFill>
              </a:rPr>
              <a:t>js</a:t>
            </a:r>
            <a:r>
              <a:rPr lang="en-US" altLang="ko-KR" sz="1000" u="sng" dirty="0">
                <a:solidFill>
                  <a:srgbClr val="FF0000"/>
                </a:solidFill>
              </a:rPr>
              <a:t> </a:t>
            </a:r>
            <a:r>
              <a:rPr lang="ko-KR" altLang="en-US" sz="1000" dirty="0">
                <a:solidFill>
                  <a:srgbClr val="FF0000"/>
                </a:solidFill>
              </a:rPr>
              <a:t>를 꼭 호출</a:t>
            </a:r>
            <a:r>
              <a:rPr lang="ko-KR" altLang="en-US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하여 사용해야 함 </a:t>
            </a:r>
            <a:r>
              <a:rPr lang="en-US" altLang="ko-KR" sz="1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  <a:endParaRPr lang="en-US" altLang="ko-KR" sz="1000" b="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  <a:p>
            <a:r>
              <a:rPr lang="en-US" altLang="ko-KR" sz="1000" b="0" dirty="0">
                <a:latin typeface="+mn-ea"/>
              </a:rPr>
              <a:t>4</a:t>
            </a:r>
            <a:r>
              <a:rPr lang="ko-KR" altLang="en-US" sz="1000" b="0" dirty="0">
                <a:latin typeface="+mn-ea"/>
              </a:rPr>
              <a:t>번 </a:t>
            </a:r>
            <a:r>
              <a:rPr lang="en-US" altLang="ko-KR" sz="1000" b="0" dirty="0" err="1">
                <a:latin typeface="+mn-ea"/>
              </a:rPr>
              <a:t>js</a:t>
            </a:r>
            <a:r>
              <a:rPr lang="ko-KR" altLang="en-US" sz="1000" b="0" dirty="0">
                <a:latin typeface="+mn-ea"/>
              </a:rPr>
              <a:t> 적용 시 모바일 </a:t>
            </a:r>
            <a:r>
              <a:rPr lang="en-US" altLang="ko-KR" sz="1000" b="0" dirty="0">
                <a:latin typeface="+mn-ea"/>
              </a:rPr>
              <a:t>header</a:t>
            </a:r>
            <a:r>
              <a:rPr lang="ko-KR" altLang="en-US" sz="1000" b="0" dirty="0">
                <a:latin typeface="+mn-ea"/>
              </a:rPr>
              <a:t>에 </a:t>
            </a:r>
            <a:r>
              <a:rPr lang="ko-KR" altLang="en-US" sz="1000" b="0" dirty="0" err="1">
                <a:latin typeface="+mn-ea"/>
              </a:rPr>
              <a:t>스토리홈</a:t>
            </a:r>
            <a:r>
              <a:rPr lang="ko-KR" altLang="en-US" sz="1000" b="0" dirty="0">
                <a:latin typeface="+mn-ea"/>
              </a:rPr>
              <a:t> 바로가기 버튼 노출</a:t>
            </a:r>
            <a:br>
              <a:rPr lang="en-US" altLang="ko-KR" sz="1000" b="0" dirty="0">
                <a:latin typeface="+mn-ea"/>
              </a:rPr>
            </a:br>
            <a:br>
              <a:rPr lang="en-US" altLang="ko-KR" sz="1000" b="0" dirty="0">
                <a:latin typeface="+mn-ea"/>
              </a:rPr>
            </a:br>
            <a:r>
              <a:rPr lang="en-US" altLang="ko-KR" sz="800" b="0" dirty="0">
                <a:ea typeface="맑은 고딕" panose="020B0503020000020004" pitchFamily="50" charset="-127"/>
              </a:rPr>
              <a:t>1. &lt;link </a:t>
            </a:r>
            <a:r>
              <a:rPr lang="en-US" altLang="ko-KR" sz="800" b="0" dirty="0" err="1">
                <a:ea typeface="맑은 고딕" panose="020B0503020000020004" pitchFamily="50" charset="-127"/>
              </a:rPr>
              <a:t>href</a:t>
            </a:r>
            <a:r>
              <a:rPr lang="en-US" altLang="ko-KR" sz="800" b="0" dirty="0">
                <a:ea typeface="맑은 고딕" panose="020B0503020000020004" pitchFamily="50" charset="-127"/>
              </a:rPr>
              <a:t>="/lg5-common/</a:t>
            </a:r>
            <a:r>
              <a:rPr lang="en-US" altLang="ko-KR" sz="800" b="0" dirty="0" err="1">
                <a:ea typeface="맑은 고딕" panose="020B0503020000020004" pitchFamily="50" charset="-127"/>
              </a:rPr>
              <a:t>css</a:t>
            </a:r>
            <a:r>
              <a:rPr lang="en-US" altLang="ko-KR" sz="800" b="0" dirty="0">
                <a:ea typeface="맑은 고딕" panose="020B0503020000020004" pitchFamily="50" charset="-127"/>
              </a:rPr>
              <a:t>/components/KRP0016.min.css?v=20210930" type="text/</a:t>
            </a:r>
            <a:r>
              <a:rPr lang="en-US" altLang="ko-KR" sz="800" b="0" dirty="0" err="1">
                <a:ea typeface="맑은 고딕" panose="020B0503020000020004" pitchFamily="50" charset="-127"/>
              </a:rPr>
              <a:t>css</a:t>
            </a:r>
            <a:r>
              <a:rPr lang="en-US" altLang="ko-KR" sz="800" b="0" dirty="0">
                <a:ea typeface="맑은 고딕" panose="020B0503020000020004" pitchFamily="50" charset="-127"/>
              </a:rPr>
              <a:t>" </a:t>
            </a:r>
            <a:r>
              <a:rPr lang="en-US" altLang="ko-KR" sz="800" b="0" dirty="0" err="1">
                <a:ea typeface="맑은 고딕" panose="020B0503020000020004" pitchFamily="50" charset="-127"/>
              </a:rPr>
              <a:t>rel</a:t>
            </a:r>
            <a:r>
              <a:rPr lang="en-US" altLang="ko-KR" sz="800" b="0" dirty="0">
                <a:ea typeface="맑은 고딕" panose="020B0503020000020004" pitchFamily="50" charset="-127"/>
              </a:rPr>
              <a:t>="stylesheet"&gt; </a:t>
            </a:r>
            <a:r>
              <a:rPr lang="ko-KR" altLang="en-US" sz="800" b="0" dirty="0">
                <a:ea typeface="맑은 고딕" panose="020B0503020000020004" pitchFamily="50" charset="-127"/>
              </a:rPr>
              <a:t>추가</a:t>
            </a:r>
          </a:p>
          <a:p>
            <a:r>
              <a:rPr lang="en-US" altLang="ko-KR" sz="800" b="0" dirty="0">
                <a:ea typeface="맑은 고딕" panose="020B0503020000020004" pitchFamily="50" charset="-127"/>
              </a:rPr>
              <a:t>2. &lt;div class="wrap </a:t>
            </a:r>
            <a:r>
              <a:rPr lang="en-US" altLang="ko-KR" sz="800" b="0" dirty="0" err="1">
                <a:ea typeface="맑은 고딕" panose="020B0503020000020004" pitchFamily="50" charset="-127"/>
              </a:rPr>
              <a:t>subRenewWrap</a:t>
            </a:r>
            <a:r>
              <a:rPr lang="en-US" altLang="ko-KR" sz="800" b="0" dirty="0">
                <a:ea typeface="맑은 고딕" panose="020B0503020000020004" pitchFamily="50" charset="-127"/>
              </a:rPr>
              <a:t> </a:t>
            </a:r>
            <a:r>
              <a:rPr lang="en-US" altLang="ko-KR" sz="800" b="0" dirty="0" err="1">
                <a:ea typeface="맑은 고딕" panose="020B0503020000020004" pitchFamily="50" charset="-127"/>
              </a:rPr>
              <a:t>subRenewWrap</a:t>
            </a:r>
            <a:r>
              <a:rPr lang="en-US" altLang="ko-KR" sz="800" b="0" dirty="0">
                <a:ea typeface="맑은 고딕" panose="020B0503020000020004" pitchFamily="50" charset="-127"/>
              </a:rPr>
              <a:t>--share"&gt; -&gt; &lt;div class="wrap </a:t>
            </a:r>
            <a:r>
              <a:rPr lang="en-US" altLang="ko-KR" sz="800" b="0" dirty="0" err="1">
                <a:ea typeface="맑은 고딕" panose="020B0503020000020004" pitchFamily="50" charset="-127"/>
              </a:rPr>
              <a:t>subRenewWrap</a:t>
            </a:r>
            <a:r>
              <a:rPr lang="en-US" altLang="ko-KR" sz="800" b="0" dirty="0">
                <a:ea typeface="맑은 고딕" panose="020B0503020000020004" pitchFamily="50" charset="-127"/>
              </a:rPr>
              <a:t> </a:t>
            </a:r>
            <a:r>
              <a:rPr lang="en-US" altLang="ko-KR" sz="800" b="0" dirty="0" err="1">
                <a:ea typeface="맑은 고딕" panose="020B0503020000020004" pitchFamily="50" charset="-127"/>
              </a:rPr>
              <a:t>subRenewWrap</a:t>
            </a:r>
            <a:r>
              <a:rPr lang="en-US" altLang="ko-KR" sz="800" b="0" dirty="0">
                <a:ea typeface="맑은 고딕" panose="020B0503020000020004" pitchFamily="50" charset="-127"/>
              </a:rPr>
              <a:t>--share </a:t>
            </a:r>
            <a:r>
              <a:rPr lang="en-US" altLang="ko-KR" sz="800" b="0" dirty="0" err="1">
                <a:ea typeface="맑은 고딕" panose="020B0503020000020004" pitchFamily="50" charset="-127"/>
              </a:rPr>
              <a:t>subRenewWrap</a:t>
            </a:r>
            <a:r>
              <a:rPr lang="en-US" altLang="ko-KR" sz="800" b="0" dirty="0">
                <a:ea typeface="맑은 고딕" panose="020B0503020000020004" pitchFamily="50" charset="-127"/>
              </a:rPr>
              <a:t>--story"&gt;</a:t>
            </a:r>
            <a:endParaRPr lang="ko-KR" altLang="en-US" sz="800" b="0" dirty="0">
              <a:ea typeface="맑은 고딕" panose="020B0503020000020004" pitchFamily="50" charset="-127"/>
            </a:endParaRPr>
          </a:p>
          <a:p>
            <a:r>
              <a:rPr lang="en-US" altLang="ko-KR" sz="800" b="0" dirty="0">
                <a:ea typeface="맑은 고딕" panose="020B0503020000020004" pitchFamily="50" charset="-127"/>
              </a:rPr>
              <a:t>3.&lt;div class="</a:t>
            </a:r>
            <a:r>
              <a:rPr lang="en-US" altLang="ko-KR" sz="800" b="0" dirty="0" err="1">
                <a:ea typeface="맑은 고딕" panose="020B0503020000020004" pitchFamily="50" charset="-127"/>
              </a:rPr>
              <a:t>sns</a:t>
            </a:r>
            <a:r>
              <a:rPr lang="en-US" altLang="ko-KR" sz="800" b="0" dirty="0">
                <a:ea typeface="맑은 고딕" panose="020B0503020000020004" pitchFamily="50" charset="-127"/>
              </a:rPr>
              <a:t>-share"&gt;</a:t>
            </a:r>
            <a:endParaRPr lang="ko-KR" altLang="en-US" sz="800" b="0" dirty="0">
              <a:ea typeface="맑은 고딕" panose="020B0503020000020004" pitchFamily="50" charset="-127"/>
            </a:endParaRPr>
          </a:p>
          <a:p>
            <a:r>
              <a:rPr lang="ko-KR" altLang="en-US" sz="800" b="0" dirty="0">
                <a:ea typeface="맑은 고딕" panose="020B0503020000020004" pitchFamily="50" charset="-127"/>
              </a:rPr>
              <a:t>		</a:t>
            </a:r>
            <a:r>
              <a:rPr lang="en-US" altLang="ko-KR" sz="800" b="0" dirty="0">
                <a:ea typeface="맑은 고딕" panose="020B0503020000020004" pitchFamily="50" charset="-127"/>
              </a:rPr>
              <a:t>&lt;</a:t>
            </a:r>
            <a:r>
              <a:rPr lang="en-US" altLang="ko-KR" sz="800" b="0" dirty="0" err="1">
                <a:ea typeface="맑은 고딕" panose="020B0503020000020004" pitchFamily="50" charset="-127"/>
              </a:rPr>
              <a:t>jsp:include</a:t>
            </a:r>
            <a:r>
              <a:rPr lang="en-US" altLang="ko-KR" sz="800" b="0" dirty="0">
                <a:ea typeface="맑은 고딕" panose="020B0503020000020004" pitchFamily="50" charset="-127"/>
              </a:rPr>
              <a:t> page="/</a:t>
            </a:r>
            <a:r>
              <a:rPr lang="en-US" altLang="ko-KR" sz="800" b="0" dirty="0" err="1">
                <a:ea typeface="맑은 고딕" panose="020B0503020000020004" pitchFamily="50" charset="-127"/>
              </a:rPr>
              <a:t>kr</a:t>
            </a:r>
            <a:r>
              <a:rPr lang="en-US" altLang="ko-KR" sz="800" b="0" dirty="0">
                <a:ea typeface="맑은 고딕" panose="020B0503020000020004" pitchFamily="50" charset="-127"/>
              </a:rPr>
              <a:t>/story/includes/</a:t>
            </a:r>
            <a:r>
              <a:rPr lang="en-US" altLang="ko-KR" sz="800" b="0" dirty="0" err="1">
                <a:ea typeface="맑은 고딕" panose="020B0503020000020004" pitchFamily="50" charset="-127"/>
              </a:rPr>
              <a:t>share.jsp</a:t>
            </a:r>
            <a:r>
              <a:rPr lang="en-US" altLang="ko-KR" sz="800" b="0" dirty="0">
                <a:ea typeface="맑은 고딕" panose="020B0503020000020004" pitchFamily="50" charset="-127"/>
              </a:rPr>
              <a:t>"/&gt;&lt;!-- </a:t>
            </a:r>
            <a:r>
              <a:rPr lang="ko-KR" altLang="en-US" sz="800" b="0" dirty="0">
                <a:ea typeface="맑은 고딕" panose="020B0503020000020004" pitchFamily="50" charset="-127"/>
              </a:rPr>
              <a:t>공유하기 </a:t>
            </a:r>
            <a:r>
              <a:rPr lang="en-US" altLang="ko-KR" sz="800" b="0" dirty="0">
                <a:ea typeface="맑은 고딕" panose="020B0503020000020004" pitchFamily="50" charset="-127"/>
              </a:rPr>
              <a:t>--&gt;</a:t>
            </a:r>
            <a:endParaRPr lang="ko-KR" altLang="en-US" sz="800" b="0" dirty="0">
              <a:ea typeface="맑은 고딕" panose="020B0503020000020004" pitchFamily="50" charset="-127"/>
            </a:endParaRPr>
          </a:p>
          <a:p>
            <a:r>
              <a:rPr lang="ko-KR" altLang="en-US" sz="800" b="0" dirty="0">
                <a:ea typeface="맑은 고딕" panose="020B0503020000020004" pitchFamily="50" charset="-127"/>
              </a:rPr>
              <a:t>	</a:t>
            </a:r>
            <a:r>
              <a:rPr lang="en-US" altLang="ko-KR" sz="800" b="0" dirty="0">
                <a:ea typeface="맑은 고딕" panose="020B0503020000020004" pitchFamily="50" charset="-127"/>
              </a:rPr>
              <a:t>&lt;/div&gt;</a:t>
            </a:r>
            <a:endParaRPr lang="ko-KR" altLang="en-US" sz="800" b="0" dirty="0">
              <a:ea typeface="맑은 고딕" panose="020B0503020000020004" pitchFamily="50" charset="-127"/>
            </a:endParaRPr>
          </a:p>
          <a:p>
            <a:r>
              <a:rPr lang="en-US" altLang="ko-KR" sz="800" b="0" dirty="0">
                <a:ea typeface="맑은 고딕" panose="020B0503020000020004" pitchFamily="50" charset="-127"/>
              </a:rPr>
              <a:t>-----&gt;</a:t>
            </a:r>
            <a:endParaRPr lang="ko-KR" altLang="en-US" sz="800" b="0" dirty="0">
              <a:ea typeface="맑은 고딕" panose="020B0503020000020004" pitchFamily="50" charset="-127"/>
            </a:endParaRPr>
          </a:p>
          <a:p>
            <a:r>
              <a:rPr lang="en-US" altLang="ko-KR" sz="800" b="0" dirty="0">
                <a:ea typeface="맑은 고딕" panose="020B0503020000020004" pitchFamily="50" charset="-127"/>
              </a:rPr>
              <a:t>&lt;div class="component KRP0016"&gt;</a:t>
            </a:r>
            <a:endParaRPr lang="ko-KR" altLang="en-US" sz="800" b="0" dirty="0">
              <a:ea typeface="맑은 고딕" panose="020B0503020000020004" pitchFamily="50" charset="-127"/>
            </a:endParaRPr>
          </a:p>
          <a:p>
            <a:r>
              <a:rPr lang="ko-KR" altLang="en-US" sz="800" b="0" dirty="0">
                <a:ea typeface="맑은 고딕" panose="020B0503020000020004" pitchFamily="50" charset="-127"/>
              </a:rPr>
              <a:t>	</a:t>
            </a:r>
            <a:r>
              <a:rPr lang="en-US" altLang="ko-KR" sz="800" b="0" dirty="0">
                <a:ea typeface="맑은 고딕" panose="020B0503020000020004" pitchFamily="50" charset="-127"/>
              </a:rPr>
              <a:t>&lt;div class="inner"&gt;</a:t>
            </a:r>
            <a:endParaRPr lang="ko-KR" altLang="en-US" sz="800" b="0" dirty="0">
              <a:ea typeface="맑은 고딕" panose="020B0503020000020004" pitchFamily="50" charset="-127"/>
            </a:endParaRPr>
          </a:p>
          <a:p>
            <a:r>
              <a:rPr lang="ko-KR" altLang="en-US" sz="800" b="0" dirty="0">
                <a:ea typeface="맑은 고딕" panose="020B0503020000020004" pitchFamily="50" charset="-127"/>
              </a:rPr>
              <a:t>	</a:t>
            </a:r>
            <a:r>
              <a:rPr lang="en-US" altLang="ko-KR" sz="800" b="0" dirty="0">
                <a:ea typeface="맑은 고딕" panose="020B0503020000020004" pitchFamily="50" charset="-127"/>
              </a:rPr>
              <a:t>&lt;div class="</a:t>
            </a:r>
            <a:r>
              <a:rPr lang="en-US" altLang="ko-KR" sz="800" b="0" dirty="0" err="1">
                <a:ea typeface="맑은 고딕" panose="020B0503020000020004" pitchFamily="50" charset="-127"/>
              </a:rPr>
              <a:t>sns</a:t>
            </a:r>
            <a:r>
              <a:rPr lang="en-US" altLang="ko-KR" sz="800" b="0" dirty="0">
                <a:ea typeface="맑은 고딕" panose="020B0503020000020004" pitchFamily="50" charset="-127"/>
              </a:rPr>
              <a:t>-share"&gt;</a:t>
            </a:r>
            <a:endParaRPr lang="ko-KR" altLang="en-US" sz="800" b="0" dirty="0">
              <a:ea typeface="맑은 고딕" panose="020B0503020000020004" pitchFamily="50" charset="-127"/>
            </a:endParaRPr>
          </a:p>
          <a:p>
            <a:r>
              <a:rPr lang="ko-KR" altLang="en-US" sz="800" b="0" dirty="0">
                <a:ea typeface="맑은 고딕" panose="020B0503020000020004" pitchFamily="50" charset="-127"/>
              </a:rPr>
              <a:t>		</a:t>
            </a:r>
            <a:r>
              <a:rPr lang="en-US" altLang="ko-KR" sz="800" b="0" dirty="0">
                <a:ea typeface="맑은 고딕" panose="020B0503020000020004" pitchFamily="50" charset="-127"/>
              </a:rPr>
              <a:t>&lt;span class="</a:t>
            </a:r>
            <a:r>
              <a:rPr lang="en-US" altLang="ko-KR" sz="800" b="0" dirty="0" err="1">
                <a:ea typeface="맑은 고딕" panose="020B0503020000020004" pitchFamily="50" charset="-127"/>
              </a:rPr>
              <a:t>btn</a:t>
            </a:r>
            <a:r>
              <a:rPr lang="en-US" altLang="ko-KR" sz="800" b="0" dirty="0">
                <a:ea typeface="맑은 고딕" panose="020B0503020000020004" pitchFamily="50" charset="-127"/>
              </a:rPr>
              <a:t>-story-box"&gt;</a:t>
            </a:r>
            <a:endParaRPr lang="ko-KR" altLang="en-US" sz="800" b="0" dirty="0">
              <a:ea typeface="맑은 고딕" panose="020B0503020000020004" pitchFamily="50" charset="-127"/>
            </a:endParaRPr>
          </a:p>
          <a:p>
            <a:r>
              <a:rPr lang="ko-KR" altLang="en-US" sz="800" b="0" dirty="0">
                <a:ea typeface="맑은 고딕" panose="020B0503020000020004" pitchFamily="50" charset="-127"/>
              </a:rPr>
              <a:t>			</a:t>
            </a:r>
            <a:r>
              <a:rPr lang="en-US" altLang="ko-KR" sz="800" b="0" dirty="0">
                <a:ea typeface="맑은 고딕" panose="020B0503020000020004" pitchFamily="50" charset="-127"/>
              </a:rPr>
              <a:t>&lt;button type="button" class="</a:t>
            </a:r>
            <a:r>
              <a:rPr lang="en-US" altLang="ko-KR" sz="800" b="0" dirty="0" err="1">
                <a:ea typeface="맑은 고딕" panose="020B0503020000020004" pitchFamily="50" charset="-127"/>
              </a:rPr>
              <a:t>btn</a:t>
            </a:r>
            <a:r>
              <a:rPr lang="en-US" altLang="ko-KR" sz="800" b="0" dirty="0">
                <a:ea typeface="맑은 고딕" panose="020B0503020000020004" pitchFamily="50" charset="-127"/>
              </a:rPr>
              <a:t>-story</a:t>
            </a:r>
            <a:r>
              <a:rPr lang="en-US" altLang="ko-KR" sz="800" b="0" dirty="0"/>
              <a:t>"</a:t>
            </a:r>
            <a:r>
              <a:rPr lang="en-US" altLang="ko-KR" sz="800" b="0" dirty="0">
                <a:ea typeface="맑은 고딕" panose="020B0503020000020004" pitchFamily="50" charset="-127"/>
              </a:rPr>
              <a:t> onclick="</a:t>
            </a:r>
            <a:r>
              <a:rPr lang="en-US" altLang="ko-KR" sz="800" b="0" dirty="0" err="1">
                <a:ea typeface="맑은 고딕" panose="020B0503020000020004" pitchFamily="50" charset="-127"/>
              </a:rPr>
              <a:t>location.href</a:t>
            </a:r>
            <a:r>
              <a:rPr lang="en-US" altLang="ko-KR" sz="800" b="0" dirty="0">
                <a:ea typeface="맑은 고딕" panose="020B0503020000020004" pitchFamily="50" charset="-127"/>
              </a:rPr>
              <a:t>='/story'"&gt;&lt;span&gt;</a:t>
            </a:r>
            <a:r>
              <a:rPr lang="ko-KR" altLang="en-US" sz="800" b="0" dirty="0" err="1">
                <a:ea typeface="맑은 고딕" panose="020B0503020000020004" pitchFamily="50" charset="-127"/>
              </a:rPr>
              <a:t>스토리홈</a:t>
            </a:r>
            <a:r>
              <a:rPr lang="ko-KR" altLang="en-US" sz="800" b="0" dirty="0">
                <a:ea typeface="맑은 고딕" panose="020B0503020000020004" pitchFamily="50" charset="-127"/>
              </a:rPr>
              <a:t> 바로가기</a:t>
            </a:r>
            <a:r>
              <a:rPr lang="en-US" altLang="ko-KR" sz="800" b="0" dirty="0">
                <a:ea typeface="맑은 고딕" panose="020B0503020000020004" pitchFamily="50" charset="-127"/>
              </a:rPr>
              <a:t>&lt;/span&gt;&lt;/button&gt;</a:t>
            </a:r>
            <a:endParaRPr lang="ko-KR" altLang="en-US" sz="800" b="0" dirty="0">
              <a:ea typeface="맑은 고딕" panose="020B0503020000020004" pitchFamily="50" charset="-127"/>
            </a:endParaRPr>
          </a:p>
          <a:p>
            <a:r>
              <a:rPr lang="ko-KR" altLang="en-US" sz="800" b="0" dirty="0">
                <a:ea typeface="맑은 고딕" panose="020B0503020000020004" pitchFamily="50" charset="-127"/>
              </a:rPr>
              <a:t>		</a:t>
            </a:r>
            <a:r>
              <a:rPr lang="en-US" altLang="ko-KR" sz="800" b="0" dirty="0">
                <a:ea typeface="맑은 고딕" panose="020B0503020000020004" pitchFamily="50" charset="-127"/>
              </a:rPr>
              <a:t>&lt;/span&gt;</a:t>
            </a:r>
            <a:endParaRPr lang="ko-KR" altLang="en-US" sz="800" b="0" dirty="0">
              <a:ea typeface="맑은 고딕" panose="020B0503020000020004" pitchFamily="50" charset="-127"/>
            </a:endParaRPr>
          </a:p>
          <a:p>
            <a:r>
              <a:rPr lang="ko-KR" altLang="en-US" sz="800" b="0" dirty="0">
                <a:ea typeface="맑은 고딕" panose="020B0503020000020004" pitchFamily="50" charset="-127"/>
              </a:rPr>
              <a:t>		</a:t>
            </a:r>
            <a:r>
              <a:rPr lang="en-US" altLang="ko-KR" sz="800" b="0" dirty="0">
                <a:ea typeface="맑은 고딕" panose="020B0503020000020004" pitchFamily="50" charset="-127"/>
              </a:rPr>
              <a:t>&lt;</a:t>
            </a:r>
            <a:r>
              <a:rPr lang="en-US" altLang="ko-KR" sz="800" b="0" dirty="0" err="1">
                <a:ea typeface="맑은 고딕" panose="020B0503020000020004" pitchFamily="50" charset="-127"/>
              </a:rPr>
              <a:t>jsp:include</a:t>
            </a:r>
            <a:r>
              <a:rPr lang="en-US" altLang="ko-KR" sz="800" b="0" dirty="0">
                <a:ea typeface="맑은 고딕" panose="020B0503020000020004" pitchFamily="50" charset="-127"/>
              </a:rPr>
              <a:t> page="/</a:t>
            </a:r>
            <a:r>
              <a:rPr lang="en-US" altLang="ko-KR" sz="800" b="0" dirty="0" err="1">
                <a:ea typeface="맑은 고딕" panose="020B0503020000020004" pitchFamily="50" charset="-127"/>
              </a:rPr>
              <a:t>kr</a:t>
            </a:r>
            <a:r>
              <a:rPr lang="en-US" altLang="ko-KR" sz="800" b="0" dirty="0">
                <a:ea typeface="맑은 고딕" panose="020B0503020000020004" pitchFamily="50" charset="-127"/>
              </a:rPr>
              <a:t>/story/includes/</a:t>
            </a:r>
            <a:r>
              <a:rPr lang="en-US" altLang="ko-KR" sz="800" b="0" dirty="0" err="1">
                <a:ea typeface="맑은 고딕" panose="020B0503020000020004" pitchFamily="50" charset="-127"/>
              </a:rPr>
              <a:t>share.jsp</a:t>
            </a:r>
            <a:r>
              <a:rPr lang="en-US" altLang="ko-KR" sz="800" b="0" dirty="0">
                <a:ea typeface="맑은 고딕" panose="020B0503020000020004" pitchFamily="50" charset="-127"/>
              </a:rPr>
              <a:t>"/&gt;&lt;!-- </a:t>
            </a:r>
            <a:r>
              <a:rPr lang="ko-KR" altLang="en-US" sz="800" b="0" dirty="0">
                <a:ea typeface="맑은 고딕" panose="020B0503020000020004" pitchFamily="50" charset="-127"/>
              </a:rPr>
              <a:t>공유하기 </a:t>
            </a:r>
            <a:r>
              <a:rPr lang="en-US" altLang="ko-KR" sz="800" b="0" dirty="0">
                <a:ea typeface="맑은 고딕" panose="020B0503020000020004" pitchFamily="50" charset="-127"/>
              </a:rPr>
              <a:t>--&gt;</a:t>
            </a:r>
            <a:endParaRPr lang="ko-KR" altLang="en-US" sz="800" b="0" dirty="0">
              <a:ea typeface="맑은 고딕" panose="020B0503020000020004" pitchFamily="50" charset="-127"/>
            </a:endParaRPr>
          </a:p>
          <a:p>
            <a:r>
              <a:rPr lang="ko-KR" altLang="en-US" sz="800" b="0" dirty="0">
                <a:ea typeface="맑은 고딕" panose="020B0503020000020004" pitchFamily="50" charset="-127"/>
              </a:rPr>
              <a:t>	</a:t>
            </a:r>
            <a:r>
              <a:rPr lang="en-US" altLang="ko-KR" sz="800" b="0" dirty="0">
                <a:ea typeface="맑은 고딕" panose="020B0503020000020004" pitchFamily="50" charset="-127"/>
              </a:rPr>
              <a:t>&lt;/div&gt;</a:t>
            </a:r>
            <a:endParaRPr lang="ko-KR" altLang="en-US" sz="800" b="0" dirty="0">
              <a:ea typeface="맑은 고딕" panose="020B0503020000020004" pitchFamily="50" charset="-127"/>
            </a:endParaRPr>
          </a:p>
          <a:p>
            <a:r>
              <a:rPr lang="ko-KR" altLang="en-US" sz="800" b="0" dirty="0">
                <a:ea typeface="맑은 고딕" panose="020B0503020000020004" pitchFamily="50" charset="-127"/>
              </a:rPr>
              <a:t>	</a:t>
            </a:r>
            <a:r>
              <a:rPr lang="en-US" altLang="ko-KR" sz="800" b="0" dirty="0">
                <a:ea typeface="맑은 고딕" panose="020B0503020000020004" pitchFamily="50" charset="-127"/>
              </a:rPr>
              <a:t>&lt;/div&gt;</a:t>
            </a:r>
            <a:endParaRPr lang="ko-KR" altLang="en-US" sz="800" b="0" dirty="0">
              <a:ea typeface="맑은 고딕" panose="020B0503020000020004" pitchFamily="50" charset="-127"/>
            </a:endParaRPr>
          </a:p>
          <a:p>
            <a:r>
              <a:rPr lang="ko-KR" altLang="en-US" sz="800" b="0" dirty="0">
                <a:ea typeface="맑은 고딕" panose="020B0503020000020004" pitchFamily="50" charset="-127"/>
              </a:rPr>
              <a:t>	</a:t>
            </a:r>
            <a:r>
              <a:rPr lang="en-US" altLang="ko-KR" sz="800" b="0" dirty="0">
                <a:ea typeface="맑은 고딕" panose="020B0503020000020004" pitchFamily="50" charset="-127"/>
              </a:rPr>
              <a:t>&lt;/div&gt;</a:t>
            </a:r>
          </a:p>
          <a:p>
            <a:r>
              <a:rPr lang="en-US" altLang="ko-KR" sz="800" b="0" dirty="0">
                <a:ea typeface="맑은 고딕" panose="020B0503020000020004" pitchFamily="50" charset="-127"/>
              </a:rPr>
              <a:t>4. &lt;script </a:t>
            </a:r>
            <a:r>
              <a:rPr lang="en-US" altLang="ko-KR" sz="800" b="0" dirty="0" err="1">
                <a:ea typeface="맑은 고딕" panose="020B0503020000020004" pitchFamily="50" charset="-127"/>
              </a:rPr>
              <a:t>src</a:t>
            </a:r>
            <a:r>
              <a:rPr lang="en-US" altLang="ko-KR" sz="800" b="0" dirty="0">
                <a:ea typeface="맑은 고딕" panose="020B0503020000020004" pitchFamily="50" charset="-127"/>
              </a:rPr>
              <a:t>="/</a:t>
            </a:r>
            <a:r>
              <a:rPr lang="en-US" altLang="ko-KR" sz="800" b="0" dirty="0" err="1">
                <a:ea typeface="맑은 고딕" panose="020B0503020000020004" pitchFamily="50" charset="-127"/>
              </a:rPr>
              <a:t>kr</a:t>
            </a:r>
            <a:r>
              <a:rPr lang="en-US" altLang="ko-KR" sz="800" b="0" dirty="0">
                <a:ea typeface="맑은 고딕" panose="020B0503020000020004" pitchFamily="50" charset="-127"/>
              </a:rPr>
              <a:t>/story/</a:t>
            </a:r>
            <a:r>
              <a:rPr lang="en-US" altLang="ko-KR" sz="800" b="0" dirty="0" err="1">
                <a:ea typeface="맑은 고딕" panose="020B0503020000020004" pitchFamily="50" charset="-127"/>
              </a:rPr>
              <a:t>js</a:t>
            </a:r>
            <a:r>
              <a:rPr lang="en-US" altLang="ko-KR" sz="800" b="0" dirty="0">
                <a:ea typeface="맑은 고딕" panose="020B0503020000020004" pitchFamily="50" charset="-127"/>
              </a:rPr>
              <a:t>/share.js"&gt;&lt;/script&gt;</a:t>
            </a:r>
          </a:p>
          <a:p>
            <a:endParaRPr lang="en-US" altLang="ko-KR" sz="800" b="0" dirty="0">
              <a:ea typeface="맑은 고딕" panose="020B0503020000020004" pitchFamily="50" charset="-127"/>
            </a:endParaRPr>
          </a:p>
          <a:p>
            <a:endParaRPr lang="en-US" altLang="ko-KR" sz="800" b="0" dirty="0"/>
          </a:p>
          <a:p>
            <a:r>
              <a:rPr lang="en-US" altLang="ko-KR" sz="800" dirty="0"/>
              <a:t>※ </a:t>
            </a:r>
            <a:r>
              <a:rPr lang="ko-KR" altLang="en-US" sz="800" dirty="0"/>
              <a:t>스토리 콘텐츠마다 </a:t>
            </a:r>
            <a:r>
              <a:rPr lang="en-US" altLang="ko-KR" sz="800" dirty="0" err="1"/>
              <a:t>jsp</a:t>
            </a:r>
            <a:r>
              <a:rPr lang="ko-KR" altLang="en-US" sz="800" dirty="0"/>
              <a:t>가 다를 수 있기 때문에 정상적으로 적용되지 않을 경우 </a:t>
            </a:r>
            <a:r>
              <a:rPr lang="en-US" altLang="ko-KR" sz="800" dirty="0"/>
              <a:t>/story/user-guide/air-conditioners-install-guide</a:t>
            </a:r>
            <a:r>
              <a:rPr lang="ko-KR" altLang="en-US" sz="800" dirty="0"/>
              <a:t>참고</a:t>
            </a:r>
          </a:p>
          <a:p>
            <a:endParaRPr lang="en-US" altLang="ko-KR" sz="1400" b="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63669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1">
            <a:extLst>
              <a:ext uri="{FF2B5EF4-FFF2-40B4-BE49-F238E27FC236}">
                <a16:creationId xmlns:a16="http://schemas.microsoft.com/office/drawing/2014/main" id="{89636E0B-8D1A-4510-966F-677958BDA7DE}"/>
              </a:ext>
            </a:extLst>
          </p:cNvPr>
          <p:cNvSpPr txBox="1">
            <a:spLocks/>
          </p:cNvSpPr>
          <p:nvPr/>
        </p:nvSpPr>
        <p:spPr>
          <a:xfrm>
            <a:off x="223615" y="103561"/>
            <a:ext cx="9587296" cy="3024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95" rtl="0" eaLnBrk="1" latinLnBrk="1" hangingPunct="1">
              <a:spcBef>
                <a:spcPct val="20000"/>
              </a:spcBef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맑은 고딕" panose="020B0503020000020004" pitchFamily="50" charset="-127"/>
                <a:ea typeface="+mn-ea"/>
                <a:cs typeface="+mn-cs"/>
              </a:defRPr>
            </a:lvl1pPr>
            <a:lvl2pPr marL="742946" indent="-285749" algn="l" defTabSz="914395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93" indent="-228599" algn="l" defTabSz="914395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91" indent="-228599" algn="l" defTabSz="914395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88" indent="-228599" algn="l" defTabSz="914395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85" indent="-228599" algn="l" defTabSz="914395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83" indent="-228599" algn="l" defTabSz="914395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80" indent="-228599" algn="l" defTabSz="914395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77" indent="-228599" algn="l" defTabSz="914395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400" dirty="0">
                <a:latin typeface="+mn-ea"/>
              </a:rPr>
              <a:t>#</a:t>
            </a:r>
            <a:r>
              <a:rPr lang="ko-KR" altLang="en-US" sz="1400" dirty="0">
                <a:latin typeface="+mn-ea"/>
              </a:rPr>
              <a:t> </a:t>
            </a:r>
            <a:r>
              <a:rPr lang="en-US" altLang="ko-KR" sz="1400" dirty="0"/>
              <a:t>GNB </a:t>
            </a:r>
            <a:r>
              <a:rPr lang="ko-KR" altLang="en-US" sz="1400" dirty="0"/>
              <a:t>디자인 </a:t>
            </a:r>
            <a:r>
              <a:rPr lang="en-US" altLang="ko-KR" sz="1400" dirty="0"/>
              <a:t>3.0 </a:t>
            </a:r>
            <a:r>
              <a:rPr lang="ko-KR" altLang="en-US" sz="1400" dirty="0"/>
              <a:t>개편에 따른 모바일 헤더 변경 가이드</a:t>
            </a:r>
            <a:r>
              <a:rPr lang="en-US" altLang="ko-KR" sz="1400" dirty="0">
                <a:latin typeface="+mn-ea"/>
              </a:rPr>
              <a:t>#</a:t>
            </a:r>
          </a:p>
          <a:p>
            <a:endParaRPr lang="en-US" altLang="ko-KR" sz="1400" b="0" dirty="0">
              <a:latin typeface="+mn-ea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E43CC65-8062-40FF-8586-EAAF95506A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35" y="1714949"/>
            <a:ext cx="2297494" cy="397174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CC77A0D-1D7C-419A-A53D-E87C9B3D1A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6137" y="1727071"/>
            <a:ext cx="6525536" cy="180047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80AAE7B-B9F8-4595-BD8B-8203DAF0CFCC}"/>
              </a:ext>
            </a:extLst>
          </p:cNvPr>
          <p:cNvSpPr txBox="1"/>
          <p:nvPr/>
        </p:nvSpPr>
        <p:spPr>
          <a:xfrm>
            <a:off x="480540" y="756540"/>
            <a:ext cx="6976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[AS-IS]</a:t>
            </a:r>
            <a:endParaRPr lang="ko-KR" altLang="en-US" sz="1200" b="1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35B48C3-7812-4948-9C70-FF066FA8A484}"/>
              </a:ext>
            </a:extLst>
          </p:cNvPr>
          <p:cNvSpPr/>
          <p:nvPr/>
        </p:nvSpPr>
        <p:spPr>
          <a:xfrm>
            <a:off x="3096137" y="2084124"/>
            <a:ext cx="2250927" cy="21771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13B6AA5-1A19-4BA1-8CCA-78ADF9D6B3EC}"/>
              </a:ext>
            </a:extLst>
          </p:cNvPr>
          <p:cNvSpPr/>
          <p:nvPr/>
        </p:nvSpPr>
        <p:spPr>
          <a:xfrm>
            <a:off x="576335" y="1922697"/>
            <a:ext cx="2297494" cy="9685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86704D-1BC3-4C7A-8B73-5C9C2DEE84BB}"/>
              </a:ext>
            </a:extLst>
          </p:cNvPr>
          <p:cNvSpPr txBox="1"/>
          <p:nvPr/>
        </p:nvSpPr>
        <p:spPr>
          <a:xfrm>
            <a:off x="576335" y="1106220"/>
            <a:ext cx="4461158" cy="37189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>
              <a:spcBef>
                <a:spcPts val="500"/>
              </a:spcBef>
            </a:pPr>
            <a:r>
              <a:rPr lang="en-US" altLang="ko-KR" sz="1000" dirty="0">
                <a:latin typeface="+mj-ea"/>
                <a:ea typeface="+mj-ea"/>
              </a:rPr>
              <a:t>GNB</a:t>
            </a:r>
            <a:r>
              <a:rPr lang="ko-KR" altLang="en-US" sz="1000" dirty="0">
                <a:latin typeface="+mj-ea"/>
                <a:ea typeface="+mj-ea"/>
              </a:rPr>
              <a:t> 디자인 </a:t>
            </a:r>
            <a:r>
              <a:rPr lang="en-US" altLang="ko-KR" sz="1000" dirty="0">
                <a:latin typeface="+mj-ea"/>
                <a:ea typeface="+mj-ea"/>
              </a:rPr>
              <a:t>3.0 </a:t>
            </a:r>
            <a:r>
              <a:rPr lang="ko-KR" altLang="en-US" sz="1000" dirty="0">
                <a:latin typeface="+mj-ea"/>
                <a:ea typeface="+mj-ea"/>
              </a:rPr>
              <a:t>공통 소스를 </a:t>
            </a:r>
            <a:r>
              <a:rPr lang="en-US" altLang="ko-KR" sz="1000" dirty="0">
                <a:latin typeface="+mj-ea"/>
                <a:ea typeface="+mj-ea"/>
              </a:rPr>
              <a:t>DEV </a:t>
            </a:r>
            <a:r>
              <a:rPr lang="ko-KR" altLang="en-US" sz="1000" dirty="0">
                <a:latin typeface="+mj-ea"/>
                <a:ea typeface="+mj-ea"/>
              </a:rPr>
              <a:t>반영 시 스토리 모바일 헤더 깨짐 현상 발생</a:t>
            </a:r>
            <a:endParaRPr lang="en-US" altLang="ko-KR" sz="1000" dirty="0">
              <a:latin typeface="+mj-ea"/>
              <a:ea typeface="+mj-ea"/>
            </a:endParaRPr>
          </a:p>
          <a:p>
            <a:pPr>
              <a:spcBef>
                <a:spcPts val="500"/>
              </a:spcBef>
            </a:pPr>
            <a:r>
              <a:rPr lang="en-US" altLang="ko-KR" sz="1000" dirty="0">
                <a:latin typeface="+mj-ea"/>
                <a:ea typeface="+mj-ea"/>
              </a:rPr>
              <a:t> - to-be :  </a:t>
            </a:r>
            <a:r>
              <a:rPr lang="ko-KR" altLang="en-US" sz="1000" dirty="0">
                <a:latin typeface="+mj-ea"/>
                <a:ea typeface="+mj-ea"/>
              </a:rPr>
              <a:t>아이콘 사이즈</a:t>
            </a:r>
            <a:r>
              <a:rPr lang="en-US" altLang="ko-KR" sz="1000" dirty="0">
                <a:latin typeface="+mj-ea"/>
                <a:ea typeface="+mj-ea"/>
              </a:rPr>
              <a:t> </a:t>
            </a:r>
            <a:r>
              <a:rPr lang="ko-KR" altLang="en-US" sz="1000" dirty="0">
                <a:latin typeface="+mj-ea"/>
                <a:ea typeface="+mj-ea"/>
              </a:rPr>
              <a:t>및 디자인 변경</a:t>
            </a:r>
            <a:r>
              <a:rPr lang="en-US" altLang="ko-KR" sz="1000" dirty="0">
                <a:latin typeface="+mj-ea"/>
                <a:ea typeface="+mj-ea"/>
              </a:rPr>
              <a:t>, </a:t>
            </a:r>
            <a:r>
              <a:rPr lang="ko-KR" altLang="en-US" sz="1000" dirty="0">
                <a:latin typeface="+mj-ea"/>
                <a:ea typeface="+mj-ea"/>
              </a:rPr>
              <a:t>헤더 </a:t>
            </a:r>
            <a:r>
              <a:rPr lang="ko-KR" altLang="en-US" sz="1000" dirty="0" err="1">
                <a:latin typeface="+mj-ea"/>
                <a:ea typeface="+mj-ea"/>
              </a:rPr>
              <a:t>높이값</a:t>
            </a:r>
            <a:r>
              <a:rPr lang="ko-KR" altLang="en-US" sz="1000" dirty="0">
                <a:latin typeface="+mj-ea"/>
                <a:ea typeface="+mj-ea"/>
              </a:rPr>
              <a:t> 변경</a:t>
            </a:r>
            <a:r>
              <a:rPr lang="en-US" altLang="ko-KR" sz="1000" dirty="0">
                <a:latin typeface="+mj-ea"/>
                <a:ea typeface="+mj-ea"/>
              </a:rPr>
              <a:t>(46px </a:t>
            </a:r>
            <a:r>
              <a:rPr lang="ko-KR" altLang="en-US" sz="1000" dirty="0">
                <a:latin typeface="+mj-ea"/>
                <a:ea typeface="+mj-ea"/>
              </a:rPr>
              <a:t>→ </a:t>
            </a:r>
            <a:r>
              <a:rPr lang="en-US" altLang="ko-KR" sz="1000" dirty="0">
                <a:latin typeface="+mj-ea"/>
                <a:ea typeface="+mj-ea"/>
              </a:rPr>
              <a:t>56px)</a:t>
            </a:r>
            <a:endParaRPr lang="ko-KR" altLang="en-US" sz="10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5714214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1">
            <a:extLst>
              <a:ext uri="{FF2B5EF4-FFF2-40B4-BE49-F238E27FC236}">
                <a16:creationId xmlns:a16="http://schemas.microsoft.com/office/drawing/2014/main" id="{89636E0B-8D1A-4510-966F-677958BDA7DE}"/>
              </a:ext>
            </a:extLst>
          </p:cNvPr>
          <p:cNvSpPr txBox="1">
            <a:spLocks/>
          </p:cNvSpPr>
          <p:nvPr/>
        </p:nvSpPr>
        <p:spPr>
          <a:xfrm>
            <a:off x="223615" y="103561"/>
            <a:ext cx="9587296" cy="3024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95" rtl="0" eaLnBrk="1" latinLnBrk="1" hangingPunct="1">
              <a:spcBef>
                <a:spcPct val="20000"/>
              </a:spcBef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맑은 고딕" panose="020B0503020000020004" pitchFamily="50" charset="-127"/>
                <a:ea typeface="+mn-ea"/>
                <a:cs typeface="+mn-cs"/>
              </a:defRPr>
            </a:lvl1pPr>
            <a:lvl2pPr marL="742946" indent="-285749" algn="l" defTabSz="914395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93" indent="-228599" algn="l" defTabSz="914395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91" indent="-228599" algn="l" defTabSz="914395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88" indent="-228599" algn="l" defTabSz="914395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85" indent="-228599" algn="l" defTabSz="914395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83" indent="-228599" algn="l" defTabSz="914395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80" indent="-228599" algn="l" defTabSz="914395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77" indent="-228599" algn="l" defTabSz="914395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400" dirty="0">
                <a:latin typeface="+mn-ea"/>
              </a:rPr>
              <a:t>#</a:t>
            </a:r>
            <a:r>
              <a:rPr lang="ko-KR" altLang="en-US" sz="1400" dirty="0">
                <a:latin typeface="+mn-ea"/>
              </a:rPr>
              <a:t> </a:t>
            </a:r>
            <a:r>
              <a:rPr lang="en-US" altLang="ko-KR" sz="1400" dirty="0"/>
              <a:t>GNB </a:t>
            </a:r>
            <a:r>
              <a:rPr lang="ko-KR" altLang="en-US" sz="1400" dirty="0"/>
              <a:t>디자인 </a:t>
            </a:r>
            <a:r>
              <a:rPr lang="en-US" altLang="ko-KR" sz="1400" dirty="0"/>
              <a:t>3.0 </a:t>
            </a:r>
            <a:r>
              <a:rPr lang="ko-KR" altLang="en-US" sz="1400" dirty="0"/>
              <a:t>개편에 따른 모바일 헤더 변경 가이드</a:t>
            </a:r>
            <a:r>
              <a:rPr lang="en-US" altLang="ko-KR" sz="1400" dirty="0">
                <a:latin typeface="+mn-ea"/>
              </a:rPr>
              <a:t>#</a:t>
            </a:r>
          </a:p>
          <a:p>
            <a:endParaRPr lang="en-US" altLang="ko-KR" sz="1400" b="0" dirty="0">
              <a:latin typeface="+mn-ea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3929723-8FB5-47A4-A570-3973200C56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29" y="1959513"/>
            <a:ext cx="2384874" cy="316992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8712F373-B219-4977-935E-87597AFBF9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1883" y="1973591"/>
            <a:ext cx="6477904" cy="143847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B6D27E3-865E-48FC-8E68-61C1CCDEBAB6}"/>
              </a:ext>
            </a:extLst>
          </p:cNvPr>
          <p:cNvSpPr txBox="1"/>
          <p:nvPr/>
        </p:nvSpPr>
        <p:spPr>
          <a:xfrm>
            <a:off x="349910" y="723045"/>
            <a:ext cx="13280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[TO-BE] Default</a:t>
            </a:r>
            <a:endParaRPr lang="ko-KR" altLang="en-US" sz="1200" b="1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63F27CC-88E5-44AD-BB20-A65C13A7A541}"/>
              </a:ext>
            </a:extLst>
          </p:cNvPr>
          <p:cNvSpPr/>
          <p:nvPr/>
        </p:nvSpPr>
        <p:spPr>
          <a:xfrm>
            <a:off x="3239929" y="2400312"/>
            <a:ext cx="2250927" cy="21771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82E7C28-9923-4FF6-BE42-308561C8BE65}"/>
              </a:ext>
            </a:extLst>
          </p:cNvPr>
          <p:cNvSpPr/>
          <p:nvPr/>
        </p:nvSpPr>
        <p:spPr>
          <a:xfrm>
            <a:off x="485529" y="1959513"/>
            <a:ext cx="2384874" cy="30242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4D5622-64BA-479F-AB4D-A8E5BCE61D3F}"/>
              </a:ext>
            </a:extLst>
          </p:cNvPr>
          <p:cNvSpPr txBox="1"/>
          <p:nvPr/>
        </p:nvSpPr>
        <p:spPr>
          <a:xfrm>
            <a:off x="485529" y="1075822"/>
            <a:ext cx="4844117" cy="80791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>
              <a:spcBef>
                <a:spcPts val="500"/>
              </a:spcBef>
            </a:pPr>
            <a:r>
              <a:rPr lang="ko-KR" altLang="en-US" sz="1000" dirty="0">
                <a:latin typeface="+mj-ea"/>
                <a:ea typeface="+mj-ea"/>
              </a:rPr>
              <a:t>모바일 기본 헤더 사용 시 </a:t>
            </a:r>
            <a:r>
              <a:rPr lang="en-US" altLang="ko-KR" sz="1000" dirty="0">
                <a:latin typeface="+mj-ea"/>
                <a:ea typeface="+mj-ea"/>
              </a:rPr>
              <a:t>Class </a:t>
            </a:r>
            <a:r>
              <a:rPr lang="ko-KR" altLang="en-US" sz="1000" dirty="0">
                <a:latin typeface="+mj-ea"/>
                <a:ea typeface="+mj-ea"/>
              </a:rPr>
              <a:t>변경 필요 </a:t>
            </a:r>
            <a:endParaRPr lang="en-US" altLang="ko-KR" sz="1000" dirty="0">
              <a:latin typeface="+mj-ea"/>
              <a:ea typeface="+mj-ea"/>
            </a:endParaRPr>
          </a:p>
          <a:p>
            <a:pPr>
              <a:spcBef>
                <a:spcPts val="500"/>
              </a:spcBef>
            </a:pPr>
            <a:r>
              <a:rPr lang="en-US" altLang="ko-KR" sz="1000" dirty="0">
                <a:latin typeface="+mj-ea"/>
              </a:rPr>
              <a:t> - as-is :  &lt;div class=“wrap”&gt; </a:t>
            </a:r>
          </a:p>
          <a:p>
            <a:pPr>
              <a:spcBef>
                <a:spcPts val="500"/>
              </a:spcBef>
            </a:pPr>
            <a:r>
              <a:rPr lang="en-US" altLang="ko-KR" sz="1000" dirty="0">
                <a:latin typeface="+mj-ea"/>
              </a:rPr>
              <a:t> - to-be : &lt;div class=“</a:t>
            </a:r>
            <a:r>
              <a:rPr lang="en-US" altLang="ko-KR" sz="1000" dirty="0" err="1"/>
              <a:t>subRenewWrap</a:t>
            </a:r>
            <a:r>
              <a:rPr lang="en-US" altLang="ko-KR" sz="1000" dirty="0">
                <a:latin typeface="+mj-ea"/>
              </a:rPr>
              <a:t> wrap”&gt; </a:t>
            </a:r>
          </a:p>
          <a:p>
            <a:pPr>
              <a:spcBef>
                <a:spcPts val="500"/>
              </a:spcBef>
            </a:pP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5284269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068D3EA5-892C-4F81-852B-E40651C823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461" y="1937282"/>
            <a:ext cx="2424930" cy="262154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텍스트 개체 틀 1">
            <a:extLst>
              <a:ext uri="{FF2B5EF4-FFF2-40B4-BE49-F238E27FC236}">
                <a16:creationId xmlns:a16="http://schemas.microsoft.com/office/drawing/2014/main" id="{89636E0B-8D1A-4510-966F-677958BDA7DE}"/>
              </a:ext>
            </a:extLst>
          </p:cNvPr>
          <p:cNvSpPr txBox="1">
            <a:spLocks/>
          </p:cNvSpPr>
          <p:nvPr/>
        </p:nvSpPr>
        <p:spPr>
          <a:xfrm>
            <a:off x="223615" y="103561"/>
            <a:ext cx="9587296" cy="3024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95" rtl="0" eaLnBrk="1" latinLnBrk="1" hangingPunct="1">
              <a:spcBef>
                <a:spcPct val="20000"/>
              </a:spcBef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맑은 고딕" panose="020B0503020000020004" pitchFamily="50" charset="-127"/>
                <a:ea typeface="+mn-ea"/>
                <a:cs typeface="+mn-cs"/>
              </a:defRPr>
            </a:lvl1pPr>
            <a:lvl2pPr marL="742946" indent="-285749" algn="l" defTabSz="914395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93" indent="-228599" algn="l" defTabSz="914395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91" indent="-228599" algn="l" defTabSz="914395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88" indent="-228599" algn="l" defTabSz="914395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85" indent="-228599" algn="l" defTabSz="914395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83" indent="-228599" algn="l" defTabSz="914395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80" indent="-228599" algn="l" defTabSz="914395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77" indent="-228599" algn="l" defTabSz="914395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400" dirty="0">
                <a:latin typeface="+mn-ea"/>
              </a:rPr>
              <a:t>#</a:t>
            </a:r>
            <a:r>
              <a:rPr lang="ko-KR" altLang="en-US" sz="1400" dirty="0">
                <a:latin typeface="+mn-ea"/>
              </a:rPr>
              <a:t> </a:t>
            </a:r>
            <a:r>
              <a:rPr lang="en-US" altLang="ko-KR" sz="1400" dirty="0"/>
              <a:t>GNB </a:t>
            </a:r>
            <a:r>
              <a:rPr lang="ko-KR" altLang="en-US" sz="1400" dirty="0"/>
              <a:t>디자인 </a:t>
            </a:r>
            <a:r>
              <a:rPr lang="en-US" altLang="ko-KR" sz="1400" dirty="0"/>
              <a:t>3.0 </a:t>
            </a:r>
            <a:r>
              <a:rPr lang="ko-KR" altLang="en-US" sz="1400" dirty="0"/>
              <a:t>개편에 따른 모바일 헤더 변경 가이드</a:t>
            </a:r>
            <a:r>
              <a:rPr lang="en-US" altLang="ko-KR" sz="1400" dirty="0">
                <a:latin typeface="+mn-ea"/>
              </a:rPr>
              <a:t>#</a:t>
            </a:r>
          </a:p>
          <a:p>
            <a:endParaRPr lang="en-US" altLang="ko-KR" sz="1400" b="0" dirty="0">
              <a:latin typeface="+mn-ea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8712F373-B219-4977-935E-87597AFBF9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7677" y="1959513"/>
            <a:ext cx="6477904" cy="143847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B6D27E3-865E-48FC-8E68-61C1CCDEBAB6}"/>
              </a:ext>
            </a:extLst>
          </p:cNvPr>
          <p:cNvSpPr txBox="1"/>
          <p:nvPr/>
        </p:nvSpPr>
        <p:spPr>
          <a:xfrm>
            <a:off x="349910" y="723045"/>
            <a:ext cx="12334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[TO-BE] Share</a:t>
            </a:r>
            <a:endParaRPr lang="ko-KR" altLang="en-US" sz="1200" b="1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63F27CC-88E5-44AD-BB20-A65C13A7A541}"/>
              </a:ext>
            </a:extLst>
          </p:cNvPr>
          <p:cNvSpPr/>
          <p:nvPr/>
        </p:nvSpPr>
        <p:spPr>
          <a:xfrm>
            <a:off x="3335723" y="2386234"/>
            <a:ext cx="2250927" cy="21771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82E7C28-9923-4FF6-BE42-308561C8BE65}"/>
              </a:ext>
            </a:extLst>
          </p:cNvPr>
          <p:cNvSpPr/>
          <p:nvPr/>
        </p:nvSpPr>
        <p:spPr>
          <a:xfrm>
            <a:off x="526461" y="1950804"/>
            <a:ext cx="2404902" cy="30242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4D5622-64BA-479F-AB4D-A8E5BCE61D3F}"/>
              </a:ext>
            </a:extLst>
          </p:cNvPr>
          <p:cNvSpPr txBox="1"/>
          <p:nvPr/>
        </p:nvSpPr>
        <p:spPr>
          <a:xfrm>
            <a:off x="485529" y="1075822"/>
            <a:ext cx="5967522" cy="80791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>
              <a:spcBef>
                <a:spcPts val="500"/>
              </a:spcBef>
            </a:pPr>
            <a:r>
              <a:rPr lang="ko-KR" altLang="en-US" sz="1000" dirty="0">
                <a:latin typeface="Arial (본문)"/>
                <a:ea typeface="+mj-ea"/>
              </a:rPr>
              <a:t>모바일 기본 헤더 사용 시 </a:t>
            </a:r>
            <a:r>
              <a:rPr lang="en-US" altLang="ko-KR" sz="1000" dirty="0">
                <a:latin typeface="Arial (본문)"/>
                <a:ea typeface="+mj-ea"/>
              </a:rPr>
              <a:t>Class </a:t>
            </a:r>
            <a:r>
              <a:rPr lang="ko-KR" altLang="en-US" sz="1000" dirty="0">
                <a:latin typeface="Arial (본문)"/>
                <a:ea typeface="+mj-ea"/>
              </a:rPr>
              <a:t>변경 필요 </a:t>
            </a:r>
            <a:endParaRPr lang="en-US" altLang="ko-KR" sz="1000" dirty="0">
              <a:latin typeface="Arial (본문)"/>
              <a:ea typeface="+mj-ea"/>
            </a:endParaRPr>
          </a:p>
          <a:p>
            <a:pPr>
              <a:spcBef>
                <a:spcPts val="500"/>
              </a:spcBef>
            </a:pPr>
            <a:r>
              <a:rPr lang="en-US" altLang="ko-KR" sz="1000" dirty="0">
                <a:latin typeface="Arial (본문)"/>
              </a:rPr>
              <a:t> - as-is :  &lt;div class=“wrap”&gt; </a:t>
            </a:r>
          </a:p>
          <a:p>
            <a:pPr>
              <a:spcBef>
                <a:spcPts val="500"/>
              </a:spcBef>
            </a:pPr>
            <a:r>
              <a:rPr lang="en-US" altLang="ko-KR" sz="1000" dirty="0">
                <a:latin typeface="Arial (본문)"/>
              </a:rPr>
              <a:t> - to-be : &lt;div class=“</a:t>
            </a:r>
            <a:r>
              <a:rPr lang="en-US" altLang="ko-KR" sz="1000" dirty="0" err="1">
                <a:latin typeface="Arial (본문)"/>
              </a:rPr>
              <a:t>subRenewWrap</a:t>
            </a:r>
            <a:r>
              <a:rPr lang="en-US" altLang="ko-KR" sz="1000" dirty="0">
                <a:latin typeface="Arial (본문)"/>
              </a:rPr>
              <a:t> </a:t>
            </a:r>
            <a:r>
              <a:rPr lang="en-US" altLang="ko-KR" sz="1000" dirty="0" err="1">
                <a:latin typeface="Arial (본문)"/>
              </a:rPr>
              <a:t>subRenewWrap</a:t>
            </a:r>
            <a:r>
              <a:rPr lang="en-US" altLang="ko-KR" sz="1000" dirty="0">
                <a:latin typeface="Arial (본문)"/>
              </a:rPr>
              <a:t>--share wrap”&gt; </a:t>
            </a:r>
          </a:p>
          <a:p>
            <a:pPr>
              <a:spcBef>
                <a:spcPts val="500"/>
              </a:spcBef>
            </a:pP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Arial (본문)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E0871B-FCD6-473E-838F-8F02B5B3749A}"/>
              </a:ext>
            </a:extLst>
          </p:cNvPr>
          <p:cNvSpPr txBox="1"/>
          <p:nvPr/>
        </p:nvSpPr>
        <p:spPr>
          <a:xfrm>
            <a:off x="3335723" y="3638761"/>
            <a:ext cx="5471050" cy="37189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r>
              <a:rPr lang="en-US" altLang="ko-KR" sz="1000" dirty="0">
                <a:latin typeface="+mj-ea"/>
              </a:rPr>
              <a:t>※ </a:t>
            </a:r>
            <a:r>
              <a:rPr lang="ko-KR" altLang="en-US" sz="1000" dirty="0">
                <a:latin typeface="+mj-ea"/>
              </a:rPr>
              <a:t>헤더 </a:t>
            </a:r>
            <a:r>
              <a:rPr lang="ko-KR" altLang="en-US" sz="1000" dirty="0" err="1">
                <a:latin typeface="+mj-ea"/>
              </a:rPr>
              <a:t>높이값이</a:t>
            </a:r>
            <a:r>
              <a:rPr lang="ko-KR" altLang="en-US" sz="1000" dirty="0">
                <a:latin typeface="+mj-ea"/>
              </a:rPr>
              <a:t> 확대됨에 따라 바닥페이지의 상단 영역이 일부 가려져 보일 수 있음</a:t>
            </a:r>
            <a:endParaRPr lang="en-US" altLang="ko-KR" sz="1000" dirty="0">
              <a:latin typeface="+mj-ea"/>
            </a:endParaRPr>
          </a:p>
          <a:p>
            <a:pPr>
              <a:spcBef>
                <a:spcPts val="500"/>
              </a:spcBef>
            </a:pPr>
            <a:r>
              <a:rPr lang="en-US" altLang="ko-KR" sz="1000" dirty="0">
                <a:latin typeface="+mj-ea"/>
              </a:rPr>
              <a:t>   - </a:t>
            </a:r>
            <a:r>
              <a:rPr lang="ko-KR" altLang="en-US" sz="1000" dirty="0">
                <a:latin typeface="+mj-ea"/>
              </a:rPr>
              <a:t>공통 소스로 여백 추가하였으나 자체 </a:t>
            </a:r>
            <a:r>
              <a:rPr lang="ko-KR" altLang="en-US" sz="1000" dirty="0" err="1">
                <a:latin typeface="+mj-ea"/>
              </a:rPr>
              <a:t>마크업한</a:t>
            </a:r>
            <a:r>
              <a:rPr lang="ko-KR" altLang="en-US" sz="1000" dirty="0">
                <a:latin typeface="+mj-ea"/>
              </a:rPr>
              <a:t> 페이지에서 대해서는 별도 수정 작업 필요함</a:t>
            </a:r>
          </a:p>
        </p:txBody>
      </p:sp>
    </p:spTree>
    <p:extLst>
      <p:ext uri="{BB962C8B-B14F-4D97-AF65-F5344CB8AC3E}">
        <p14:creationId xmlns:p14="http://schemas.microsoft.com/office/powerpoint/2010/main" val="19918384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1">
            <a:extLst>
              <a:ext uri="{FF2B5EF4-FFF2-40B4-BE49-F238E27FC236}">
                <a16:creationId xmlns:a16="http://schemas.microsoft.com/office/drawing/2014/main" id="{931A1251-8ACF-4E22-863E-1918982ECECD}"/>
              </a:ext>
            </a:extLst>
          </p:cNvPr>
          <p:cNvSpPr txBox="1">
            <a:spLocks/>
          </p:cNvSpPr>
          <p:nvPr/>
        </p:nvSpPr>
        <p:spPr>
          <a:xfrm>
            <a:off x="223615" y="103561"/>
            <a:ext cx="9587296" cy="3024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95" rtl="0" eaLnBrk="1" latinLnBrk="1" hangingPunct="1">
              <a:spcBef>
                <a:spcPct val="20000"/>
              </a:spcBef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맑은 고딕" panose="020B0503020000020004" pitchFamily="50" charset="-127"/>
                <a:ea typeface="+mn-ea"/>
                <a:cs typeface="+mn-cs"/>
              </a:defRPr>
            </a:lvl1pPr>
            <a:lvl2pPr marL="742946" indent="-285749" algn="l" defTabSz="914395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93" indent="-228599" algn="l" defTabSz="914395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91" indent="-228599" algn="l" defTabSz="914395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88" indent="-228599" algn="l" defTabSz="914395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85" indent="-228599" algn="l" defTabSz="914395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83" indent="-228599" algn="l" defTabSz="914395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80" indent="-228599" algn="l" defTabSz="914395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77" indent="-228599" algn="l" defTabSz="914395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400" dirty="0">
                <a:latin typeface="+mn-ea"/>
              </a:rPr>
              <a:t>#</a:t>
            </a:r>
            <a:r>
              <a:rPr lang="ko-KR" altLang="en-US" sz="1400" dirty="0">
                <a:latin typeface="+mn-ea"/>
              </a:rPr>
              <a:t> </a:t>
            </a:r>
            <a:r>
              <a:rPr lang="en-US" altLang="ko-KR" sz="1400" dirty="0"/>
              <a:t>GNB </a:t>
            </a:r>
            <a:r>
              <a:rPr lang="ko-KR" altLang="en-US" sz="1400" dirty="0"/>
              <a:t>디자인 </a:t>
            </a:r>
            <a:r>
              <a:rPr lang="en-US" altLang="ko-KR" sz="1400" dirty="0"/>
              <a:t>3.0 </a:t>
            </a:r>
            <a:r>
              <a:rPr lang="ko-KR" altLang="en-US" sz="1400" dirty="0"/>
              <a:t>개편에 따른 모바일 헤더 변경 가이드</a:t>
            </a:r>
            <a:r>
              <a:rPr lang="en-US" altLang="ko-KR" sz="1400" dirty="0">
                <a:latin typeface="+mn-ea"/>
              </a:rPr>
              <a:t>#</a:t>
            </a:r>
          </a:p>
          <a:p>
            <a:endParaRPr lang="en-US" altLang="ko-KR" sz="1400" b="0" dirty="0">
              <a:latin typeface="+mn-ea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1CE5694-D516-4686-BAB7-69B6832503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99" y="1795362"/>
            <a:ext cx="2758730" cy="94787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DF582C9-1DC7-4189-812D-27F0FB57FD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9557" y="1795362"/>
            <a:ext cx="4819648" cy="115886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C648D5E-ED26-411D-B6BC-FAD44F1367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9557" y="3193873"/>
            <a:ext cx="4320799" cy="14198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4705657-7C6C-4BAA-B473-78DE98F5672C}"/>
              </a:ext>
            </a:extLst>
          </p:cNvPr>
          <p:cNvSpPr txBox="1"/>
          <p:nvPr/>
        </p:nvSpPr>
        <p:spPr>
          <a:xfrm>
            <a:off x="318299" y="1008342"/>
            <a:ext cx="3528530" cy="2934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b="1" dirty="0">
                <a:latin typeface="+mn-ea"/>
              </a:rPr>
              <a:t>header, mobile-nav-wrap</a:t>
            </a:r>
            <a:r>
              <a:rPr lang="ko-KR" altLang="en-US" sz="1000" b="1" dirty="0">
                <a:latin typeface="+mn-ea"/>
              </a:rPr>
              <a:t>에 </a:t>
            </a:r>
            <a:r>
              <a:rPr lang="en-US" altLang="ko-KR" sz="1000" b="1" dirty="0">
                <a:latin typeface="+mn-ea"/>
              </a:rPr>
              <a:t>ui-header-v25 </a:t>
            </a:r>
            <a:r>
              <a:rPr lang="ko-KR" altLang="en-US" sz="1000" b="1" dirty="0">
                <a:latin typeface="+mn-ea"/>
              </a:rPr>
              <a:t>클래스 추가 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4A521C0-F49B-432B-B688-1356792CB81A}"/>
              </a:ext>
            </a:extLst>
          </p:cNvPr>
          <p:cNvSpPr/>
          <p:nvPr/>
        </p:nvSpPr>
        <p:spPr>
          <a:xfrm>
            <a:off x="391885" y="1795362"/>
            <a:ext cx="2561772" cy="44709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F3617B1-F37F-489C-9F63-FEA80BBDA8D2}"/>
              </a:ext>
            </a:extLst>
          </p:cNvPr>
          <p:cNvSpPr/>
          <p:nvPr/>
        </p:nvSpPr>
        <p:spPr>
          <a:xfrm>
            <a:off x="318299" y="731343"/>
            <a:ext cx="80708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[TO-BE] </a:t>
            </a:r>
            <a:endParaRPr lang="ko-KR" altLang="en-US" sz="1200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ACD34EE-1E19-472A-888A-9326D1D40D0A}"/>
              </a:ext>
            </a:extLst>
          </p:cNvPr>
          <p:cNvSpPr/>
          <p:nvPr/>
        </p:nvSpPr>
        <p:spPr>
          <a:xfrm>
            <a:off x="3439556" y="3500791"/>
            <a:ext cx="4320799" cy="14229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FCDD14B-E47C-40D2-ADB9-C71D78DB4E87}"/>
              </a:ext>
            </a:extLst>
          </p:cNvPr>
          <p:cNvSpPr/>
          <p:nvPr/>
        </p:nvSpPr>
        <p:spPr>
          <a:xfrm>
            <a:off x="3439556" y="2148774"/>
            <a:ext cx="4833587" cy="16625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/>
          </a:p>
        </p:txBody>
      </p:sp>
    </p:spTree>
    <p:extLst>
      <p:ext uri="{BB962C8B-B14F-4D97-AF65-F5344CB8AC3E}">
        <p14:creationId xmlns:p14="http://schemas.microsoft.com/office/powerpoint/2010/main" val="37156520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3BC3F21-1730-41A4-8990-04C61AAF15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0675" y="1728578"/>
            <a:ext cx="5267359" cy="194413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C70CEFF-C11B-4077-8171-A5007619469F}"/>
              </a:ext>
            </a:extLst>
          </p:cNvPr>
          <p:cNvSpPr txBox="1"/>
          <p:nvPr/>
        </p:nvSpPr>
        <p:spPr>
          <a:xfrm>
            <a:off x="318299" y="1060386"/>
            <a:ext cx="3879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/>
              <a:t>Story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–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share </a:t>
            </a:r>
            <a:r>
              <a:rPr lang="ko-KR" altLang="en-US" sz="1000" b="1" dirty="0"/>
              <a:t>버튼만 사용할 경우 </a:t>
            </a:r>
            <a:r>
              <a:rPr lang="en-US" altLang="ko-KR" sz="1000" b="1" dirty="0" err="1"/>
              <a:t>subRenewWrap</a:t>
            </a:r>
            <a:r>
              <a:rPr lang="en-US" altLang="ko-KR" sz="1000" b="1" dirty="0"/>
              <a:t>—share </a:t>
            </a:r>
            <a:r>
              <a:rPr lang="ko-KR" altLang="en-US" sz="1000" b="1" dirty="0"/>
              <a:t>추가</a:t>
            </a:r>
          </a:p>
          <a:p>
            <a:endParaRPr lang="ko-KR" altLang="en-US" sz="1000" b="1" dirty="0"/>
          </a:p>
        </p:txBody>
      </p:sp>
      <p:sp>
        <p:nvSpPr>
          <p:cNvPr id="8" name="텍스트 개체 틀 1">
            <a:extLst>
              <a:ext uri="{FF2B5EF4-FFF2-40B4-BE49-F238E27FC236}">
                <a16:creationId xmlns:a16="http://schemas.microsoft.com/office/drawing/2014/main" id="{FD76D27E-4F54-4E73-AEB1-5F769C7847D4}"/>
              </a:ext>
            </a:extLst>
          </p:cNvPr>
          <p:cNvSpPr txBox="1">
            <a:spLocks noGrp="1"/>
          </p:cNvSpPr>
          <p:nvPr>
            <p:ph type="body" sz="quarter" idx="10"/>
          </p:nvPr>
        </p:nvSpPr>
        <p:spPr>
          <a:xfrm>
            <a:off x="223838" y="103188"/>
            <a:ext cx="9586912" cy="431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95" rtl="0" eaLnBrk="1" latinLnBrk="1" hangingPunct="1">
              <a:spcBef>
                <a:spcPct val="20000"/>
              </a:spcBef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맑은 고딕" panose="020B0503020000020004" pitchFamily="50" charset="-127"/>
                <a:ea typeface="+mn-ea"/>
                <a:cs typeface="+mn-cs"/>
              </a:defRPr>
            </a:lvl1pPr>
            <a:lvl2pPr marL="742946" indent="-285749" algn="l" defTabSz="914395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93" indent="-228599" algn="l" defTabSz="914395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91" indent="-228599" algn="l" defTabSz="914395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88" indent="-228599" algn="l" defTabSz="914395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85" indent="-228599" algn="l" defTabSz="914395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83" indent="-228599" algn="l" defTabSz="914395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80" indent="-228599" algn="l" defTabSz="914395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77" indent="-228599" algn="l" defTabSz="914395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400" dirty="0">
                <a:latin typeface="+mn-ea"/>
              </a:rPr>
              <a:t>#</a:t>
            </a:r>
            <a:r>
              <a:rPr lang="ko-KR" altLang="en-US" sz="1400" dirty="0">
                <a:latin typeface="+mn-ea"/>
              </a:rPr>
              <a:t> </a:t>
            </a:r>
            <a:r>
              <a:rPr lang="en-US" altLang="ko-KR" sz="1400" dirty="0"/>
              <a:t>GNB </a:t>
            </a:r>
            <a:r>
              <a:rPr lang="ko-KR" altLang="en-US" sz="1400" dirty="0"/>
              <a:t>디자인 </a:t>
            </a:r>
            <a:r>
              <a:rPr lang="en-US" altLang="ko-KR" sz="1400" dirty="0"/>
              <a:t>3.0 </a:t>
            </a:r>
            <a:r>
              <a:rPr lang="ko-KR" altLang="en-US" sz="1400" dirty="0"/>
              <a:t>개편에 따른 모바일 헤더 변경 가이드</a:t>
            </a:r>
            <a:r>
              <a:rPr lang="en-US" altLang="ko-KR" sz="1400" dirty="0">
                <a:latin typeface="+mn-ea"/>
              </a:rPr>
              <a:t>#</a:t>
            </a:r>
          </a:p>
          <a:p>
            <a:endParaRPr lang="en-US" altLang="ko-KR" sz="1400" b="0" dirty="0">
              <a:latin typeface="+mn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FC9AC90-D297-4510-9F12-0A2AF4CFA781}"/>
              </a:ext>
            </a:extLst>
          </p:cNvPr>
          <p:cNvSpPr/>
          <p:nvPr/>
        </p:nvSpPr>
        <p:spPr>
          <a:xfrm>
            <a:off x="318299" y="731343"/>
            <a:ext cx="80708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[TO-BE] </a:t>
            </a:r>
            <a:endParaRPr lang="ko-KR" altLang="en-US" sz="1200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D46437A-EE1E-4540-A370-11A6FD5FBEAF}"/>
              </a:ext>
            </a:extLst>
          </p:cNvPr>
          <p:cNvSpPr/>
          <p:nvPr/>
        </p:nvSpPr>
        <p:spPr>
          <a:xfrm>
            <a:off x="3610675" y="1815203"/>
            <a:ext cx="5267349" cy="19212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E96A48F2-FAB0-4A93-B848-0BC146BE18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885" y="1775901"/>
            <a:ext cx="2561772" cy="119288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BADC35EB-5135-436B-BE2C-62F004F0D98F}"/>
              </a:ext>
            </a:extLst>
          </p:cNvPr>
          <p:cNvSpPr/>
          <p:nvPr/>
        </p:nvSpPr>
        <p:spPr>
          <a:xfrm>
            <a:off x="391875" y="1747232"/>
            <a:ext cx="2561772" cy="44709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/>
          </a:p>
        </p:txBody>
      </p:sp>
    </p:spTree>
    <p:extLst>
      <p:ext uri="{BB962C8B-B14F-4D97-AF65-F5344CB8AC3E}">
        <p14:creationId xmlns:p14="http://schemas.microsoft.com/office/powerpoint/2010/main" val="25452260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DCF790D-0474-4E3A-846F-017DB792C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7934" y="1569310"/>
            <a:ext cx="5582429" cy="184810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16517396-26AE-4D7B-BFFD-D6B5ECC30B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7779" y="3972242"/>
            <a:ext cx="5087060" cy="240063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06BE93A-BB77-40E8-9D1E-FE27A4C2E18F}"/>
              </a:ext>
            </a:extLst>
          </p:cNvPr>
          <p:cNvSpPr txBox="1"/>
          <p:nvPr/>
        </p:nvSpPr>
        <p:spPr>
          <a:xfrm>
            <a:off x="318299" y="1076868"/>
            <a:ext cx="299953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/>
              <a:t>Story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–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share, </a:t>
            </a:r>
            <a:r>
              <a:rPr lang="ko-KR" altLang="en-US" sz="1000" b="1" dirty="0" err="1"/>
              <a:t>스토리홈</a:t>
            </a:r>
            <a:r>
              <a:rPr lang="ko-KR" altLang="en-US" sz="1000" b="1" dirty="0"/>
              <a:t> 버튼 같이 사용하는 경우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C1AF7D-92FE-47DA-B1A7-AFCE46845366}"/>
              </a:ext>
            </a:extLst>
          </p:cNvPr>
          <p:cNvSpPr txBox="1"/>
          <p:nvPr/>
        </p:nvSpPr>
        <p:spPr>
          <a:xfrm>
            <a:off x="3707779" y="1323089"/>
            <a:ext cx="29658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 err="1"/>
              <a:t>subRenewWrap</a:t>
            </a:r>
            <a:r>
              <a:rPr lang="en-US" altLang="ko-KR" sz="1000" b="1" dirty="0"/>
              <a:t>--share </a:t>
            </a:r>
            <a:r>
              <a:rPr lang="en-US" altLang="ko-KR" sz="1000" b="1" dirty="0" err="1"/>
              <a:t>subRenewWrap</a:t>
            </a:r>
            <a:r>
              <a:rPr lang="en-US" altLang="ko-KR" sz="1000" b="1" dirty="0"/>
              <a:t>--story</a:t>
            </a:r>
            <a:endParaRPr lang="ko-KR" altLang="en-US" sz="1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1E6A31-C1F1-4186-9CD7-82FB398AACDD}"/>
              </a:ext>
            </a:extLst>
          </p:cNvPr>
          <p:cNvSpPr txBox="1"/>
          <p:nvPr/>
        </p:nvSpPr>
        <p:spPr>
          <a:xfrm>
            <a:off x="3625980" y="3611463"/>
            <a:ext cx="35413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/>
              <a:t>mobile-nav-wrap </a:t>
            </a:r>
            <a:r>
              <a:rPr lang="ko-KR" altLang="en-US" sz="1000" b="1" dirty="0"/>
              <a:t>내부에 </a:t>
            </a:r>
            <a:r>
              <a:rPr lang="en-US" altLang="ko-KR" sz="1000" b="1" dirty="0"/>
              <a:t>nav-story-wrap</a:t>
            </a:r>
            <a:r>
              <a:rPr lang="ko-KR" altLang="en-US" sz="1000" b="1" dirty="0"/>
              <a:t>이 있어야합니다</a:t>
            </a:r>
            <a:r>
              <a:rPr lang="en-US" altLang="ko-KR" sz="1000" b="1" dirty="0"/>
              <a:t>.</a:t>
            </a:r>
            <a:endParaRPr lang="ko-KR" altLang="en-US" sz="1000" b="1" dirty="0"/>
          </a:p>
        </p:txBody>
      </p:sp>
      <p:sp>
        <p:nvSpPr>
          <p:cNvPr id="8" name="텍스트 개체 틀 1">
            <a:extLst>
              <a:ext uri="{FF2B5EF4-FFF2-40B4-BE49-F238E27FC236}">
                <a16:creationId xmlns:a16="http://schemas.microsoft.com/office/drawing/2014/main" id="{126DFBB4-F9A3-40DD-907C-4229B466CDDD}"/>
              </a:ext>
            </a:extLst>
          </p:cNvPr>
          <p:cNvSpPr txBox="1">
            <a:spLocks noGrp="1"/>
          </p:cNvSpPr>
          <p:nvPr>
            <p:ph type="body" sz="quarter" idx="10"/>
          </p:nvPr>
        </p:nvSpPr>
        <p:spPr>
          <a:xfrm>
            <a:off x="223838" y="103188"/>
            <a:ext cx="9586912" cy="431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95" rtl="0" eaLnBrk="1" latinLnBrk="1" hangingPunct="1">
              <a:spcBef>
                <a:spcPct val="20000"/>
              </a:spcBef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맑은 고딕" panose="020B0503020000020004" pitchFamily="50" charset="-127"/>
                <a:ea typeface="+mn-ea"/>
                <a:cs typeface="+mn-cs"/>
              </a:defRPr>
            </a:lvl1pPr>
            <a:lvl2pPr marL="742946" indent="-285749" algn="l" defTabSz="914395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93" indent="-228599" algn="l" defTabSz="914395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91" indent="-228599" algn="l" defTabSz="914395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88" indent="-228599" algn="l" defTabSz="914395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85" indent="-228599" algn="l" defTabSz="914395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83" indent="-228599" algn="l" defTabSz="914395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80" indent="-228599" algn="l" defTabSz="914395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77" indent="-228599" algn="l" defTabSz="914395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400" dirty="0">
                <a:latin typeface="+mn-ea"/>
              </a:rPr>
              <a:t>#</a:t>
            </a:r>
            <a:r>
              <a:rPr lang="ko-KR" altLang="en-US" sz="1400" dirty="0">
                <a:latin typeface="+mn-ea"/>
              </a:rPr>
              <a:t> </a:t>
            </a:r>
            <a:r>
              <a:rPr lang="en-US" altLang="ko-KR" sz="1400" dirty="0"/>
              <a:t>GNB </a:t>
            </a:r>
            <a:r>
              <a:rPr lang="ko-KR" altLang="en-US" sz="1400" dirty="0"/>
              <a:t>디자인 </a:t>
            </a:r>
            <a:r>
              <a:rPr lang="en-US" altLang="ko-KR" sz="1400" dirty="0"/>
              <a:t>3.0 </a:t>
            </a:r>
            <a:r>
              <a:rPr lang="ko-KR" altLang="en-US" sz="1400" dirty="0"/>
              <a:t>개편에 따른 모바일 헤더 변경 가이드</a:t>
            </a:r>
            <a:r>
              <a:rPr lang="en-US" altLang="ko-KR" sz="1400" dirty="0">
                <a:latin typeface="+mn-ea"/>
              </a:rPr>
              <a:t>#</a:t>
            </a:r>
          </a:p>
          <a:p>
            <a:endParaRPr lang="en-US" altLang="ko-KR" sz="1400" b="0" dirty="0">
              <a:latin typeface="+mn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863725F-D389-4D80-9552-EFCEC4DB1C0E}"/>
              </a:ext>
            </a:extLst>
          </p:cNvPr>
          <p:cNvSpPr/>
          <p:nvPr/>
        </p:nvSpPr>
        <p:spPr>
          <a:xfrm>
            <a:off x="318299" y="731343"/>
            <a:ext cx="80708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[TO-BE] </a:t>
            </a:r>
            <a:endParaRPr lang="ko-KR" altLang="en-US" sz="12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0EC5B7D-2646-4672-AF4A-B21F8ECD95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89" y="1658355"/>
            <a:ext cx="2548403" cy="1343589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D5F6BE25-5C91-435F-B6A3-D51A364EF322}"/>
              </a:ext>
            </a:extLst>
          </p:cNvPr>
          <p:cNvSpPr/>
          <p:nvPr/>
        </p:nvSpPr>
        <p:spPr>
          <a:xfrm>
            <a:off x="399432" y="1648990"/>
            <a:ext cx="2561772" cy="44709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1E3C0BA-AA42-4C32-9A28-A47CD664D79E}"/>
              </a:ext>
            </a:extLst>
          </p:cNvPr>
          <p:cNvSpPr/>
          <p:nvPr/>
        </p:nvSpPr>
        <p:spPr>
          <a:xfrm>
            <a:off x="3703745" y="1875497"/>
            <a:ext cx="5576617" cy="21303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/>
          </a:p>
        </p:txBody>
      </p:sp>
    </p:spTree>
    <p:extLst>
      <p:ext uri="{BB962C8B-B14F-4D97-AF65-F5344CB8AC3E}">
        <p14:creationId xmlns:p14="http://schemas.microsoft.com/office/powerpoint/2010/main" val="3504651672"/>
      </p:ext>
    </p:extLst>
  </p:cSld>
  <p:clrMapOvr>
    <a:masterClrMapping/>
  </p:clrMapOvr>
</p:sld>
</file>

<file path=ppt/theme/theme1.xml><?xml version="1.0" encoding="utf-8"?>
<a:theme xmlns:a="http://schemas.openxmlformats.org/drawingml/2006/main" name="front black page (project name이 1줄일경우)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사용자 지정 3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tent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사용자 지정 3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 sz="6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FF0000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 anchor="ctr" anchorCtr="0">
        <a:spAutoFit/>
      </a:bodyPr>
      <a:lstStyle>
        <a:defPPr>
          <a:defRPr sz="800" b="1" dirty="0">
            <a:solidFill>
              <a:schemeClr val="tx1">
                <a:lumMod val="50000"/>
                <a:lumOff val="50000"/>
              </a:schemeClr>
            </a:solidFill>
            <a:latin typeface="+mj-e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62190</TotalTime>
  <Words>2104</Words>
  <Application>Microsoft Office PowerPoint</Application>
  <PresentationFormat>A4 용지(210x297mm)</PresentationFormat>
  <Paragraphs>333</Paragraphs>
  <Slides>23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23</vt:i4>
      </vt:variant>
    </vt:vector>
  </HeadingPairs>
  <TitlesOfParts>
    <vt:vector size="32" baseType="lpstr">
      <vt:lpstr>-apple-system</vt:lpstr>
      <vt:lpstr>Arial (본문)</vt:lpstr>
      <vt:lpstr>YouandiModern TextRegular</vt:lpstr>
      <vt:lpstr>굴림</vt:lpstr>
      <vt:lpstr>나눔고딕</vt:lpstr>
      <vt:lpstr>맑은 고딕</vt:lpstr>
      <vt:lpstr>Arial</vt:lpstr>
      <vt:lpstr>front black page (project name이 1줄일경우)</vt:lpstr>
      <vt:lpstr>contents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더제이</dc:creator>
  <cp:lastModifiedBy>이주현</cp:lastModifiedBy>
  <cp:revision>1715</cp:revision>
  <cp:lastPrinted>2016-08-08T06:06:03Z</cp:lastPrinted>
  <dcterms:created xsi:type="dcterms:W3CDTF">2011-11-09T01:30:33Z</dcterms:created>
  <dcterms:modified xsi:type="dcterms:W3CDTF">2025-08-05T03:44:43Z</dcterms:modified>
</cp:coreProperties>
</file>